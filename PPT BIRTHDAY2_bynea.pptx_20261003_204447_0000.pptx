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ansalva" charset="1" panose="00000000000000000000"/>
      <p:regular r:id="rId16"/>
    </p:embeddedFont>
    <p:embeddedFont>
      <p:font typeface="SK Moralist" charset="1" panose="00000000000000000000"/>
      <p:regular r:id="rId17"/>
    </p:embeddedFont>
    <p:embeddedFont>
      <p:font typeface="Arimo" charset="1" panose="020B0604020202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14" Target="../media/image33.png" Type="http://schemas.openxmlformats.org/officeDocument/2006/relationships/image"/><Relationship Id="rId15" Target="../media/image34.svg" Type="http://schemas.openxmlformats.org/officeDocument/2006/relationships/image"/><Relationship Id="rId16" Target="../media/image35.pn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50.jpe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14" Target="../media/image51.png" Type="http://schemas.openxmlformats.org/officeDocument/2006/relationships/image"/><Relationship Id="rId15" Target="../media/image52.svg" Type="http://schemas.openxmlformats.org/officeDocument/2006/relationships/image"/><Relationship Id="rId16" Target="../media/image53.pn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jpeg" Type="http://schemas.openxmlformats.org/officeDocument/2006/relationships/image"/><Relationship Id="rId9" Target="../media/image4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jpeg" Type="http://schemas.openxmlformats.org/officeDocument/2006/relationships/image"/><Relationship Id="rId11" Target="../media/image65.pn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56.png" Type="http://schemas.openxmlformats.org/officeDocument/2006/relationships/image"/><Relationship Id="rId3" Target="../media/image57.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jpeg" Type="http://schemas.openxmlformats.org/officeDocument/2006/relationships/image"/><Relationship Id="rId9" Target="../media/image6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66.png" Type="http://schemas.openxmlformats.org/officeDocument/2006/relationships/image"/><Relationship Id="rId5" Target="../media/image67.svg" Type="http://schemas.openxmlformats.org/officeDocument/2006/relationships/image"/><Relationship Id="rId6" Target="../media/image68.jpeg" Type="http://schemas.openxmlformats.org/officeDocument/2006/relationships/image"/><Relationship Id="rId7" Target="../media/image6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jpeg" Type="http://schemas.openxmlformats.org/officeDocument/2006/relationships/image"/><Relationship Id="rId3" Target="../media/image71.png" Type="http://schemas.openxmlformats.org/officeDocument/2006/relationships/image"/><Relationship Id="rId4" Target="../media/image72.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sp>
        <p:nvSpPr>
          <p:cNvPr name="Freeform 2" id="2"/>
          <p:cNvSpPr/>
          <p:nvPr/>
        </p:nvSpPr>
        <p:spPr>
          <a:xfrm flipH="false" flipV="false" rot="0">
            <a:off x="14711258" y="6432671"/>
            <a:ext cx="7153494" cy="5651259"/>
          </a:xfrm>
          <a:custGeom>
            <a:avLst/>
            <a:gdLst/>
            <a:ahLst/>
            <a:cxnLst/>
            <a:rect r="r" b="b" t="t" l="l"/>
            <a:pathLst>
              <a:path h="5651259" w="7153494">
                <a:moveTo>
                  <a:pt x="0" y="0"/>
                </a:moveTo>
                <a:lnTo>
                  <a:pt x="7153494" y="0"/>
                </a:lnTo>
                <a:lnTo>
                  <a:pt x="7153494" y="5651258"/>
                </a:lnTo>
                <a:lnTo>
                  <a:pt x="0" y="5651258"/>
                </a:lnTo>
                <a:lnTo>
                  <a:pt x="0" y="0"/>
                </a:lnTo>
                <a:close/>
              </a:path>
            </a:pathLst>
          </a:custGeom>
          <a:blipFill>
            <a:blip r:embed="rId2">
              <a:extLst>
                <a:ext uri="{96DAC541-7B7A-43D3-8B79-37D633B846F1}">
                  <asvg:svgBlip xmlns:asvg="http://schemas.microsoft.com/office/drawing/2016/SVG/main" r:embed="rId3"/>
                </a:ext>
              </a:extLst>
            </a:blip>
            <a:stretch>
              <a:fillRect l="-6" t="0" r="-6" b="0"/>
            </a:stretch>
          </a:blipFill>
        </p:spPr>
      </p:sp>
      <p:sp>
        <p:nvSpPr>
          <p:cNvPr name="Freeform 3" id="3"/>
          <p:cNvSpPr/>
          <p:nvPr/>
        </p:nvSpPr>
        <p:spPr>
          <a:xfrm flipH="false" flipV="false" rot="2044980">
            <a:off x="3270952" y="533848"/>
            <a:ext cx="11746097" cy="9940966"/>
          </a:xfrm>
          <a:custGeom>
            <a:avLst/>
            <a:gdLst/>
            <a:ahLst/>
            <a:cxnLst/>
            <a:rect r="r" b="b" t="t" l="l"/>
            <a:pathLst>
              <a:path h="9940966" w="11746097">
                <a:moveTo>
                  <a:pt x="0" y="0"/>
                </a:moveTo>
                <a:lnTo>
                  <a:pt x="11746096" y="0"/>
                </a:lnTo>
                <a:lnTo>
                  <a:pt x="11746096" y="9940966"/>
                </a:lnTo>
                <a:lnTo>
                  <a:pt x="0" y="9940966"/>
                </a:lnTo>
                <a:lnTo>
                  <a:pt x="0" y="0"/>
                </a:lnTo>
                <a:close/>
              </a:path>
            </a:pathLst>
          </a:custGeom>
          <a:blipFill>
            <a:blip r:embed="rId4">
              <a:extLst>
                <a:ext uri="{96DAC541-7B7A-43D3-8B79-37D633B846F1}">
                  <asvg:svgBlip xmlns:asvg="http://schemas.microsoft.com/office/drawing/2016/SVG/main" r:embed="rId5"/>
                </a:ext>
              </a:extLst>
            </a:blip>
            <a:stretch>
              <a:fillRect l="0" t="-78" r="0" b="-78"/>
            </a:stretch>
          </a:blipFill>
        </p:spPr>
      </p:sp>
      <p:sp>
        <p:nvSpPr>
          <p:cNvPr name="Freeform 4" id="4"/>
          <p:cNvSpPr/>
          <p:nvPr/>
        </p:nvSpPr>
        <p:spPr>
          <a:xfrm flipH="false" flipV="false" rot="0">
            <a:off x="-1575606" y="-1028700"/>
            <a:ext cx="5208603" cy="4114800"/>
          </a:xfrm>
          <a:custGeom>
            <a:avLst/>
            <a:gdLst/>
            <a:ahLst/>
            <a:cxnLst/>
            <a:rect r="r" b="b" t="t" l="l"/>
            <a:pathLst>
              <a:path h="4114800" w="5208603">
                <a:moveTo>
                  <a:pt x="0" y="0"/>
                </a:moveTo>
                <a:lnTo>
                  <a:pt x="5208603" y="0"/>
                </a:lnTo>
                <a:lnTo>
                  <a:pt x="520860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100" r="0" b="-100"/>
            </a:stretch>
          </a:blipFill>
        </p:spPr>
      </p:sp>
      <p:sp>
        <p:nvSpPr>
          <p:cNvPr name="Freeform 5" id="5"/>
          <p:cNvSpPr/>
          <p:nvPr/>
        </p:nvSpPr>
        <p:spPr>
          <a:xfrm flipH="false" flipV="false" rot="1401480">
            <a:off x="1171023" y="8714927"/>
            <a:ext cx="1784213" cy="1086745"/>
          </a:xfrm>
          <a:custGeom>
            <a:avLst/>
            <a:gdLst/>
            <a:ahLst/>
            <a:cxnLst/>
            <a:rect r="r" b="b" t="t" l="l"/>
            <a:pathLst>
              <a:path h="1086745" w="1784213">
                <a:moveTo>
                  <a:pt x="0" y="0"/>
                </a:moveTo>
                <a:lnTo>
                  <a:pt x="1784213" y="0"/>
                </a:lnTo>
                <a:lnTo>
                  <a:pt x="1784213" y="1086746"/>
                </a:lnTo>
                <a:lnTo>
                  <a:pt x="0" y="1086746"/>
                </a:lnTo>
                <a:lnTo>
                  <a:pt x="0" y="0"/>
                </a:lnTo>
                <a:close/>
              </a:path>
            </a:pathLst>
          </a:custGeom>
          <a:blipFill>
            <a:blip r:embed="rId6">
              <a:extLst>
                <a:ext uri="{96DAC541-7B7A-43D3-8B79-37D633B846F1}">
                  <asvg:svgBlip xmlns:asvg="http://schemas.microsoft.com/office/drawing/2016/SVG/main" r:embed="rId7"/>
                </a:ext>
              </a:extLst>
            </a:blip>
            <a:stretch>
              <a:fillRect l="0" t="-214" r="0" b="-213"/>
            </a:stretch>
          </a:blipFill>
        </p:spPr>
      </p:sp>
      <p:sp>
        <p:nvSpPr>
          <p:cNvPr name="TextBox 6" id="6"/>
          <p:cNvSpPr txBox="true"/>
          <p:nvPr/>
        </p:nvSpPr>
        <p:spPr>
          <a:xfrm rot="0">
            <a:off x="9937328" y="235972"/>
            <a:ext cx="8019955" cy="1747523"/>
          </a:xfrm>
          <a:prstGeom prst="rect">
            <a:avLst/>
          </a:prstGeom>
        </p:spPr>
        <p:txBody>
          <a:bodyPr anchor="t" rtlCol="false" tIns="0" lIns="0" bIns="0" rIns="0">
            <a:spAutoFit/>
          </a:bodyPr>
          <a:lstStyle/>
          <a:p>
            <a:pPr algn="ctr">
              <a:lnSpc>
                <a:spcPts val="12880"/>
              </a:lnSpc>
            </a:pPr>
            <a:r>
              <a:rPr lang="en-US" sz="9200">
                <a:solidFill>
                  <a:srgbClr val="FFFEFD"/>
                </a:solidFill>
                <a:latin typeface="Mansalva"/>
                <a:ea typeface="Mansalva"/>
                <a:cs typeface="Mansalva"/>
                <a:sym typeface="Mansalva"/>
              </a:rPr>
              <a:t>open the letter.. </a:t>
            </a:r>
          </a:p>
        </p:txBody>
      </p:sp>
      <p:sp>
        <p:nvSpPr>
          <p:cNvPr name="TextBox 7" id="7"/>
          <p:cNvSpPr txBox="true"/>
          <p:nvPr/>
        </p:nvSpPr>
        <p:spPr>
          <a:xfrm rot="-1317900">
            <a:off x="2060854" y="4662817"/>
            <a:ext cx="1371571" cy="1346235"/>
          </a:xfrm>
          <a:prstGeom prst="rect">
            <a:avLst/>
          </a:prstGeom>
        </p:spPr>
        <p:txBody>
          <a:bodyPr anchor="t" rtlCol="false" tIns="0" lIns="0" bIns="0" rIns="0">
            <a:spAutoFit/>
          </a:bodyPr>
          <a:lstStyle/>
          <a:p>
            <a:pPr algn="ctr">
              <a:lnSpc>
                <a:spcPts val="9048"/>
              </a:lnSpc>
            </a:pPr>
            <a:r>
              <a:rPr lang="en-US" sz="6462">
                <a:solidFill>
                  <a:srgbClr val="FFFEFD"/>
                </a:solidFill>
                <a:latin typeface="SK Moralist"/>
                <a:ea typeface="SK Moralist"/>
                <a:cs typeface="SK Moralist"/>
                <a:sym typeface="SK Moralist"/>
              </a:rPr>
              <a:t>tap</a:t>
            </a:r>
          </a:p>
        </p:txBody>
      </p:sp>
      <p:sp>
        <p:nvSpPr>
          <p:cNvPr name="TextBox 8" id="8"/>
          <p:cNvSpPr txBox="true"/>
          <p:nvPr/>
        </p:nvSpPr>
        <p:spPr>
          <a:xfrm rot="449700">
            <a:off x="13710210" y="7045625"/>
            <a:ext cx="1371571" cy="1346235"/>
          </a:xfrm>
          <a:prstGeom prst="rect">
            <a:avLst/>
          </a:prstGeom>
        </p:spPr>
        <p:txBody>
          <a:bodyPr anchor="t" rtlCol="false" tIns="0" lIns="0" bIns="0" rIns="0">
            <a:spAutoFit/>
          </a:bodyPr>
          <a:lstStyle/>
          <a:p>
            <a:pPr algn="ctr">
              <a:lnSpc>
                <a:spcPts val="9048"/>
              </a:lnSpc>
            </a:pPr>
            <a:r>
              <a:rPr lang="en-US" sz="6462">
                <a:solidFill>
                  <a:srgbClr val="FFFEFD"/>
                </a:solidFill>
                <a:latin typeface="SK Moralist"/>
                <a:ea typeface="SK Moralist"/>
                <a:cs typeface="SK Moralist"/>
                <a:sym typeface="SK Moralist"/>
              </a:rPr>
              <a:t>tap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sp>
        <p:nvSpPr>
          <p:cNvPr name="Freeform 2" id="2"/>
          <p:cNvSpPr/>
          <p:nvPr/>
        </p:nvSpPr>
        <p:spPr>
          <a:xfrm flipH="false" flipV="false" rot="947580">
            <a:off x="11771071" y="5035106"/>
            <a:ext cx="1281560" cy="1518885"/>
          </a:xfrm>
          <a:custGeom>
            <a:avLst/>
            <a:gdLst/>
            <a:ahLst/>
            <a:cxnLst/>
            <a:rect r="r" b="b" t="t" l="l"/>
            <a:pathLst>
              <a:path h="1518885" w="1281560">
                <a:moveTo>
                  <a:pt x="0" y="0"/>
                </a:moveTo>
                <a:lnTo>
                  <a:pt x="1281560" y="0"/>
                </a:lnTo>
                <a:lnTo>
                  <a:pt x="1281560" y="1518885"/>
                </a:lnTo>
                <a:lnTo>
                  <a:pt x="0" y="15188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490880">
            <a:off x="5229930" y="6255744"/>
            <a:ext cx="749217" cy="887959"/>
          </a:xfrm>
          <a:custGeom>
            <a:avLst/>
            <a:gdLst/>
            <a:ahLst/>
            <a:cxnLst/>
            <a:rect r="r" b="b" t="t" l="l"/>
            <a:pathLst>
              <a:path h="887959" w="749217">
                <a:moveTo>
                  <a:pt x="749217" y="0"/>
                </a:moveTo>
                <a:lnTo>
                  <a:pt x="0" y="0"/>
                </a:lnTo>
                <a:lnTo>
                  <a:pt x="0" y="887958"/>
                </a:lnTo>
                <a:lnTo>
                  <a:pt x="749217" y="887958"/>
                </a:lnTo>
                <a:lnTo>
                  <a:pt x="749217" y="0"/>
                </a:lnTo>
                <a:close/>
              </a:path>
            </a:pathLst>
          </a:custGeom>
          <a:blipFill>
            <a:blip r:embed="rId2">
              <a:extLst>
                <a:ext uri="{96DAC541-7B7A-43D3-8B79-37D633B846F1}">
                  <asvg:svgBlip xmlns:asvg="http://schemas.microsoft.com/office/drawing/2016/SVG/main" r:embed="rId3"/>
                </a:ext>
              </a:extLst>
            </a:blip>
            <a:stretch>
              <a:fillRect l="0" t="-197" r="0" b="-198"/>
            </a:stretch>
          </a:blipFill>
        </p:spPr>
      </p:sp>
      <p:sp>
        <p:nvSpPr>
          <p:cNvPr name="Freeform 4" id="4"/>
          <p:cNvSpPr/>
          <p:nvPr/>
        </p:nvSpPr>
        <p:spPr>
          <a:xfrm flipH="false" flipV="false" rot="-3975060">
            <a:off x="15683694" y="-1028700"/>
            <a:ext cx="5208603" cy="4114800"/>
          </a:xfrm>
          <a:custGeom>
            <a:avLst/>
            <a:gdLst/>
            <a:ahLst/>
            <a:cxnLst/>
            <a:rect r="r" b="b" t="t" l="l"/>
            <a:pathLst>
              <a:path h="4114800" w="5208603">
                <a:moveTo>
                  <a:pt x="0" y="0"/>
                </a:moveTo>
                <a:lnTo>
                  <a:pt x="5208603" y="0"/>
                </a:lnTo>
                <a:lnTo>
                  <a:pt x="520860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100" r="0" b="-100"/>
            </a:stretch>
          </a:blipFill>
        </p:spPr>
      </p:sp>
      <p:sp>
        <p:nvSpPr>
          <p:cNvPr name="Freeform 5" id="5"/>
          <p:cNvSpPr/>
          <p:nvPr/>
        </p:nvSpPr>
        <p:spPr>
          <a:xfrm flipH="false" flipV="false" rot="-5715600">
            <a:off x="-1295695" y="7569508"/>
            <a:ext cx="5208603" cy="4114800"/>
          </a:xfrm>
          <a:custGeom>
            <a:avLst/>
            <a:gdLst/>
            <a:ahLst/>
            <a:cxnLst/>
            <a:rect r="r" b="b" t="t" l="l"/>
            <a:pathLst>
              <a:path h="4114800" w="5208603">
                <a:moveTo>
                  <a:pt x="0" y="0"/>
                </a:moveTo>
                <a:lnTo>
                  <a:pt x="5208603" y="0"/>
                </a:lnTo>
                <a:lnTo>
                  <a:pt x="520860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100" r="0" b="-100"/>
            </a:stretch>
          </a:blipFill>
        </p:spPr>
      </p:sp>
      <p:sp>
        <p:nvSpPr>
          <p:cNvPr name="Freeform 6" id="6"/>
          <p:cNvSpPr/>
          <p:nvPr/>
        </p:nvSpPr>
        <p:spPr>
          <a:xfrm flipH="false" flipV="false" rot="0">
            <a:off x="1381439" y="1843554"/>
            <a:ext cx="1196340" cy="1239726"/>
          </a:xfrm>
          <a:custGeom>
            <a:avLst/>
            <a:gdLst/>
            <a:ahLst/>
            <a:cxnLst/>
            <a:rect r="r" b="b" t="t" l="l"/>
            <a:pathLst>
              <a:path h="1239726" w="1196340">
                <a:moveTo>
                  <a:pt x="0" y="0"/>
                </a:moveTo>
                <a:lnTo>
                  <a:pt x="1196340" y="0"/>
                </a:lnTo>
                <a:lnTo>
                  <a:pt x="1196340" y="1239727"/>
                </a:lnTo>
                <a:lnTo>
                  <a:pt x="0" y="1239727"/>
                </a:lnTo>
                <a:lnTo>
                  <a:pt x="0" y="0"/>
                </a:lnTo>
                <a:close/>
              </a:path>
            </a:pathLst>
          </a:custGeom>
          <a:blipFill>
            <a:blip r:embed="rId6">
              <a:extLst>
                <a:ext uri="{96DAC541-7B7A-43D3-8B79-37D633B846F1}">
                  <asvg:svgBlip xmlns:asvg="http://schemas.microsoft.com/office/drawing/2016/SVG/main" r:embed="rId7"/>
                </a:ext>
              </a:extLst>
            </a:blip>
            <a:stretch>
              <a:fillRect l="0" t="-164" r="0" b="-165"/>
            </a:stretch>
          </a:blipFill>
        </p:spPr>
      </p:sp>
      <p:sp>
        <p:nvSpPr>
          <p:cNvPr name="Freeform 7" id="7"/>
          <p:cNvSpPr/>
          <p:nvPr/>
        </p:nvSpPr>
        <p:spPr>
          <a:xfrm flipH="false" flipV="false" rot="0">
            <a:off x="15708773" y="7260022"/>
            <a:ext cx="1196340" cy="1239726"/>
          </a:xfrm>
          <a:custGeom>
            <a:avLst/>
            <a:gdLst/>
            <a:ahLst/>
            <a:cxnLst/>
            <a:rect r="r" b="b" t="t" l="l"/>
            <a:pathLst>
              <a:path h="1239726" w="1196340">
                <a:moveTo>
                  <a:pt x="0" y="0"/>
                </a:moveTo>
                <a:lnTo>
                  <a:pt x="1196340" y="0"/>
                </a:lnTo>
                <a:lnTo>
                  <a:pt x="1196340" y="1239726"/>
                </a:lnTo>
                <a:lnTo>
                  <a:pt x="0" y="1239726"/>
                </a:lnTo>
                <a:lnTo>
                  <a:pt x="0" y="0"/>
                </a:lnTo>
                <a:close/>
              </a:path>
            </a:pathLst>
          </a:custGeom>
          <a:blipFill>
            <a:blip r:embed="rId6">
              <a:extLst>
                <a:ext uri="{96DAC541-7B7A-43D3-8B79-37D633B846F1}">
                  <asvg:svgBlip xmlns:asvg="http://schemas.microsoft.com/office/drawing/2016/SVG/main" r:embed="rId7"/>
                </a:ext>
              </a:extLst>
            </a:blip>
            <a:stretch>
              <a:fillRect l="0" t="-164" r="0" b="-165"/>
            </a:stretch>
          </a:blipFill>
        </p:spPr>
      </p:sp>
      <p:sp>
        <p:nvSpPr>
          <p:cNvPr name="Freeform 8" id="8"/>
          <p:cNvSpPr/>
          <p:nvPr/>
        </p:nvSpPr>
        <p:spPr>
          <a:xfrm flipH="false" flipV="false" rot="0">
            <a:off x="1979609" y="6699723"/>
            <a:ext cx="1616488" cy="1406347"/>
          </a:xfrm>
          <a:custGeom>
            <a:avLst/>
            <a:gdLst/>
            <a:ahLst/>
            <a:cxnLst/>
            <a:rect r="r" b="b" t="t" l="l"/>
            <a:pathLst>
              <a:path h="1406347" w="1616488">
                <a:moveTo>
                  <a:pt x="0" y="0"/>
                </a:moveTo>
                <a:lnTo>
                  <a:pt x="1616488" y="0"/>
                </a:lnTo>
                <a:lnTo>
                  <a:pt x="1616488" y="1406347"/>
                </a:lnTo>
                <a:lnTo>
                  <a:pt x="0" y="1406347"/>
                </a:lnTo>
                <a:lnTo>
                  <a:pt x="0" y="0"/>
                </a:lnTo>
                <a:close/>
              </a:path>
            </a:pathLst>
          </a:custGeom>
          <a:blipFill>
            <a:blip r:embed="rId8">
              <a:extLst>
                <a:ext uri="{96DAC541-7B7A-43D3-8B79-37D633B846F1}">
                  <asvg:svgBlip xmlns:asvg="http://schemas.microsoft.com/office/drawing/2016/SVG/main" r:embed="rId9"/>
                </a:ext>
              </a:extLst>
            </a:blip>
            <a:stretch>
              <a:fillRect l="0" t="-33" r="0" b="-33"/>
            </a:stretch>
          </a:blipFill>
        </p:spPr>
      </p:sp>
      <p:grpSp>
        <p:nvGrpSpPr>
          <p:cNvPr name="Group 9" id="9"/>
          <p:cNvGrpSpPr/>
          <p:nvPr/>
        </p:nvGrpSpPr>
        <p:grpSpPr>
          <a:xfrm rot="0">
            <a:off x="13550913" y="1418682"/>
            <a:ext cx="1517418" cy="849754"/>
            <a:chOff x="0" y="0"/>
            <a:chExt cx="2023224" cy="1133005"/>
          </a:xfrm>
        </p:grpSpPr>
        <p:sp>
          <p:nvSpPr>
            <p:cNvPr name="Freeform 10" id="10"/>
            <p:cNvSpPr/>
            <p:nvPr/>
          </p:nvSpPr>
          <p:spPr>
            <a:xfrm flipH="false" flipV="false" rot="0">
              <a:off x="0" y="0"/>
              <a:ext cx="2023237" cy="1132967"/>
            </a:xfrm>
            <a:custGeom>
              <a:avLst/>
              <a:gdLst/>
              <a:ahLst/>
              <a:cxnLst/>
              <a:rect r="r" b="b" t="t" l="l"/>
              <a:pathLst>
                <a:path h="1132967" w="2023237">
                  <a:moveTo>
                    <a:pt x="0" y="0"/>
                  </a:moveTo>
                  <a:lnTo>
                    <a:pt x="2023237" y="0"/>
                  </a:lnTo>
                  <a:lnTo>
                    <a:pt x="2023237" y="1132967"/>
                  </a:lnTo>
                  <a:lnTo>
                    <a:pt x="0" y="1132967"/>
                  </a:lnTo>
                  <a:lnTo>
                    <a:pt x="0" y="0"/>
                  </a:lnTo>
                  <a:close/>
                </a:path>
              </a:pathLst>
            </a:custGeom>
            <a:blipFill>
              <a:blip r:embed="rId10"/>
              <a:stretch>
                <a:fillRect l="0" t="-36" r="0" b="-41"/>
              </a:stretch>
            </a:blipFill>
          </p:spPr>
        </p:sp>
      </p:grpSp>
      <p:grpSp>
        <p:nvGrpSpPr>
          <p:cNvPr name="Group 11" id="11"/>
          <p:cNvGrpSpPr/>
          <p:nvPr/>
        </p:nvGrpSpPr>
        <p:grpSpPr>
          <a:xfrm rot="0">
            <a:off x="5078043" y="1688314"/>
            <a:ext cx="7084943" cy="8598686"/>
            <a:chOff x="0" y="0"/>
            <a:chExt cx="11754333" cy="14265720"/>
          </a:xfrm>
        </p:grpSpPr>
        <p:sp>
          <p:nvSpPr>
            <p:cNvPr name="Freeform 12" id="12"/>
            <p:cNvSpPr/>
            <p:nvPr/>
          </p:nvSpPr>
          <p:spPr>
            <a:xfrm flipH="false" flipV="false" rot="0">
              <a:off x="0" y="0"/>
              <a:ext cx="11754358" cy="14265783"/>
            </a:xfrm>
            <a:custGeom>
              <a:avLst/>
              <a:gdLst/>
              <a:ahLst/>
              <a:cxnLst/>
              <a:rect r="r" b="b" t="t" l="l"/>
              <a:pathLst>
                <a:path h="14265783" w="11754358">
                  <a:moveTo>
                    <a:pt x="0" y="0"/>
                  </a:moveTo>
                  <a:lnTo>
                    <a:pt x="11754358" y="0"/>
                  </a:lnTo>
                  <a:lnTo>
                    <a:pt x="11754358" y="14265783"/>
                  </a:lnTo>
                  <a:lnTo>
                    <a:pt x="0" y="14265783"/>
                  </a:lnTo>
                  <a:lnTo>
                    <a:pt x="0" y="0"/>
                  </a:lnTo>
                  <a:close/>
                </a:path>
              </a:pathLst>
            </a:custGeom>
            <a:blipFill>
              <a:blip r:embed="rId11"/>
              <a:stretch>
                <a:fillRect l="0" t="-4930" r="0" b="-4930"/>
              </a:stretch>
            </a:blipFill>
          </p:spPr>
        </p:sp>
      </p:grpSp>
      <p:sp>
        <p:nvSpPr>
          <p:cNvPr name="TextBox 13" id="13"/>
          <p:cNvSpPr txBox="true"/>
          <p:nvPr/>
        </p:nvSpPr>
        <p:spPr>
          <a:xfrm rot="0">
            <a:off x="2455988" y="-280205"/>
            <a:ext cx="13252785" cy="1980884"/>
          </a:xfrm>
          <a:prstGeom prst="rect">
            <a:avLst/>
          </a:prstGeom>
        </p:spPr>
        <p:txBody>
          <a:bodyPr anchor="t" rtlCol="false" tIns="0" lIns="0" bIns="0" rIns="0">
            <a:spAutoFit/>
          </a:bodyPr>
          <a:lstStyle/>
          <a:p>
            <a:pPr algn="ctr">
              <a:lnSpc>
                <a:spcPts val="16292"/>
              </a:lnSpc>
            </a:pPr>
            <a:r>
              <a:rPr lang="en-US" sz="11637">
                <a:solidFill>
                  <a:srgbClr val="FFFEFD"/>
                </a:solidFill>
                <a:latin typeface="Mansalva"/>
                <a:ea typeface="Mansalva"/>
                <a:cs typeface="Mansalva"/>
                <a:sym typeface="Mansalva"/>
              </a:rPr>
              <a:t>special for u !!</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sp>
        <p:nvSpPr>
          <p:cNvPr name="Freeform 2" id="2"/>
          <p:cNvSpPr/>
          <p:nvPr/>
        </p:nvSpPr>
        <p:spPr>
          <a:xfrm flipH="false" flipV="false" rot="-1316880">
            <a:off x="12056021" y="5429860"/>
            <a:ext cx="8060150" cy="6780600"/>
          </a:xfrm>
          <a:custGeom>
            <a:avLst/>
            <a:gdLst/>
            <a:ahLst/>
            <a:cxnLst/>
            <a:rect r="r" b="b" t="t" l="l"/>
            <a:pathLst>
              <a:path h="6780600" w="8060150">
                <a:moveTo>
                  <a:pt x="0" y="0"/>
                </a:moveTo>
                <a:lnTo>
                  <a:pt x="8060150" y="0"/>
                </a:lnTo>
                <a:lnTo>
                  <a:pt x="8060150" y="6780599"/>
                </a:lnTo>
                <a:lnTo>
                  <a:pt x="0" y="6780599"/>
                </a:lnTo>
                <a:lnTo>
                  <a:pt x="0" y="0"/>
                </a:lnTo>
                <a:close/>
              </a:path>
            </a:pathLst>
          </a:custGeom>
          <a:blipFill>
            <a:blip r:embed="rId2">
              <a:extLst>
                <a:ext uri="{96DAC541-7B7A-43D3-8B79-37D633B846F1}">
                  <asvg:svgBlip xmlns:asvg="http://schemas.microsoft.com/office/drawing/2016/SVG/main" r:embed="rId3"/>
                </a:ext>
              </a:extLst>
            </a:blip>
            <a:stretch>
              <a:fillRect l="-37" t="0" r="-37" b="0"/>
            </a:stretch>
          </a:blipFill>
        </p:spPr>
      </p:sp>
      <p:grpSp>
        <p:nvGrpSpPr>
          <p:cNvPr name="Group 3" id="3"/>
          <p:cNvGrpSpPr/>
          <p:nvPr/>
        </p:nvGrpSpPr>
        <p:grpSpPr>
          <a:xfrm rot="0">
            <a:off x="10737399" y="4169273"/>
            <a:ext cx="9177128" cy="6699304"/>
            <a:chOff x="0" y="0"/>
            <a:chExt cx="12236171" cy="8932405"/>
          </a:xfrm>
        </p:grpSpPr>
        <p:sp>
          <p:nvSpPr>
            <p:cNvPr name="Freeform 4" id="4"/>
            <p:cNvSpPr/>
            <p:nvPr/>
          </p:nvSpPr>
          <p:spPr>
            <a:xfrm flipH="false" flipV="false" rot="0">
              <a:off x="0" y="0"/>
              <a:ext cx="12236196" cy="8932418"/>
            </a:xfrm>
            <a:custGeom>
              <a:avLst/>
              <a:gdLst/>
              <a:ahLst/>
              <a:cxnLst/>
              <a:rect r="r" b="b" t="t" l="l"/>
              <a:pathLst>
                <a:path h="8932418" w="12236196">
                  <a:moveTo>
                    <a:pt x="0" y="0"/>
                  </a:moveTo>
                  <a:lnTo>
                    <a:pt x="12236196" y="0"/>
                  </a:lnTo>
                  <a:lnTo>
                    <a:pt x="12236196" y="8932418"/>
                  </a:lnTo>
                  <a:lnTo>
                    <a:pt x="0" y="8932418"/>
                  </a:lnTo>
                  <a:lnTo>
                    <a:pt x="0" y="0"/>
                  </a:lnTo>
                  <a:close/>
                </a:path>
              </a:pathLst>
            </a:custGeom>
            <a:blipFill>
              <a:blip r:embed="rId4"/>
              <a:stretch>
                <a:fillRect l="0" t="-32" r="0" b="-32"/>
              </a:stretch>
            </a:blipFill>
          </p:spPr>
        </p:sp>
      </p:grpSp>
      <p:sp>
        <p:nvSpPr>
          <p:cNvPr name="TextBox 5" id="5"/>
          <p:cNvSpPr txBox="true"/>
          <p:nvPr/>
        </p:nvSpPr>
        <p:spPr>
          <a:xfrm rot="0">
            <a:off x="4010177" y="1762677"/>
            <a:ext cx="10267636" cy="5885336"/>
          </a:xfrm>
          <a:prstGeom prst="rect">
            <a:avLst/>
          </a:prstGeom>
        </p:spPr>
        <p:txBody>
          <a:bodyPr anchor="t" rtlCol="false" tIns="0" lIns="0" bIns="0" rIns="0">
            <a:spAutoFit/>
          </a:bodyPr>
          <a:lstStyle/>
          <a:p>
            <a:pPr algn="ctr">
              <a:lnSpc>
                <a:spcPts val="21335"/>
              </a:lnSpc>
            </a:pPr>
            <a:r>
              <a:rPr lang="en-US" sz="15239">
                <a:solidFill>
                  <a:srgbClr val="FFFEFD"/>
                </a:solidFill>
                <a:latin typeface="SK Moralist"/>
                <a:ea typeface="SK Moralist"/>
                <a:cs typeface="SK Moralist"/>
                <a:sym typeface="SK Moralist"/>
              </a:rPr>
              <a:t>Happy Birthday</a:t>
            </a:r>
          </a:p>
          <a:p>
            <a:pPr algn="ctr">
              <a:lnSpc>
                <a:spcPts val="21335"/>
              </a:lnSpc>
            </a:pPr>
            <a:r>
              <a:rPr lang="en-US" sz="15239">
                <a:solidFill>
                  <a:srgbClr val="FFFEFD"/>
                </a:solidFill>
                <a:latin typeface="SK Moralist"/>
                <a:ea typeface="SK Moralist"/>
                <a:cs typeface="SK Moralist"/>
                <a:sym typeface="SK Moralist"/>
              </a:rPr>
              <a:t>My Love</a:t>
            </a:r>
          </a:p>
        </p:txBody>
      </p:sp>
      <p:sp>
        <p:nvSpPr>
          <p:cNvPr name="Freeform 6" id="6"/>
          <p:cNvSpPr/>
          <p:nvPr/>
        </p:nvSpPr>
        <p:spPr>
          <a:xfrm flipH="false" flipV="false" rot="533100">
            <a:off x="1882330" y="5994263"/>
            <a:ext cx="2332149" cy="2353551"/>
          </a:xfrm>
          <a:custGeom>
            <a:avLst/>
            <a:gdLst/>
            <a:ahLst/>
            <a:cxnLst/>
            <a:rect r="r" b="b" t="t" l="l"/>
            <a:pathLst>
              <a:path h="2353551" w="2332149">
                <a:moveTo>
                  <a:pt x="0" y="0"/>
                </a:moveTo>
                <a:lnTo>
                  <a:pt x="2332149" y="0"/>
                </a:lnTo>
                <a:lnTo>
                  <a:pt x="2332149" y="2353552"/>
                </a:lnTo>
                <a:lnTo>
                  <a:pt x="0" y="2353552"/>
                </a:lnTo>
                <a:lnTo>
                  <a:pt x="0" y="0"/>
                </a:lnTo>
                <a:close/>
              </a:path>
            </a:pathLst>
          </a:custGeom>
          <a:blipFill>
            <a:blip r:embed="rId5">
              <a:extLst>
                <a:ext uri="{96DAC541-7B7A-43D3-8B79-37D633B846F1}">
                  <asvg:svgBlip xmlns:asvg="http://schemas.microsoft.com/office/drawing/2016/SVG/main" r:embed="rId6"/>
                </a:ext>
              </a:extLst>
            </a:blip>
            <a:stretch>
              <a:fillRect l="-51" t="0" r="-51" b="0"/>
            </a:stretch>
          </a:blipFill>
        </p:spPr>
      </p:sp>
      <p:grpSp>
        <p:nvGrpSpPr>
          <p:cNvPr name="Group 7" id="7"/>
          <p:cNvGrpSpPr/>
          <p:nvPr/>
        </p:nvGrpSpPr>
        <p:grpSpPr>
          <a:xfrm rot="0">
            <a:off x="14776037" y="1566824"/>
            <a:ext cx="1808283" cy="1785680"/>
            <a:chOff x="0" y="0"/>
            <a:chExt cx="2411044" cy="2380907"/>
          </a:xfrm>
        </p:grpSpPr>
        <p:sp>
          <p:nvSpPr>
            <p:cNvPr name="Freeform 8" id="8"/>
            <p:cNvSpPr/>
            <p:nvPr/>
          </p:nvSpPr>
          <p:spPr>
            <a:xfrm flipH="false" flipV="false" rot="0">
              <a:off x="0" y="0"/>
              <a:ext cx="2411095" cy="2380869"/>
            </a:xfrm>
            <a:custGeom>
              <a:avLst/>
              <a:gdLst/>
              <a:ahLst/>
              <a:cxnLst/>
              <a:rect r="r" b="b" t="t" l="l"/>
              <a:pathLst>
                <a:path h="2380869" w="2411095">
                  <a:moveTo>
                    <a:pt x="0" y="0"/>
                  </a:moveTo>
                  <a:lnTo>
                    <a:pt x="2411095" y="0"/>
                  </a:lnTo>
                  <a:lnTo>
                    <a:pt x="2411095" y="2380869"/>
                  </a:lnTo>
                  <a:lnTo>
                    <a:pt x="0" y="2380869"/>
                  </a:lnTo>
                  <a:lnTo>
                    <a:pt x="0" y="0"/>
                  </a:lnTo>
                  <a:close/>
                </a:path>
              </a:pathLst>
            </a:custGeom>
            <a:blipFill>
              <a:blip r:embed="rId7"/>
              <a:stretch>
                <a:fillRect l="0" t="-65" r="2" b="-66"/>
              </a:stretch>
            </a:blipFill>
          </p:spPr>
        </p:sp>
      </p:grpSp>
      <p:sp>
        <p:nvSpPr>
          <p:cNvPr name="Freeform 9" id="9"/>
          <p:cNvSpPr/>
          <p:nvPr/>
        </p:nvSpPr>
        <p:spPr>
          <a:xfrm flipH="false" flipV="false" rot="10039560">
            <a:off x="-1943033" y="-1227334"/>
            <a:ext cx="7315200" cy="3584448"/>
          </a:xfrm>
          <a:custGeom>
            <a:avLst/>
            <a:gdLst/>
            <a:ahLst/>
            <a:cxnLst/>
            <a:rect r="r" b="b" t="t" l="l"/>
            <a:pathLst>
              <a:path h="3584448" w="7315200">
                <a:moveTo>
                  <a:pt x="0" y="0"/>
                </a:moveTo>
                <a:lnTo>
                  <a:pt x="7315200" y="0"/>
                </a:lnTo>
                <a:lnTo>
                  <a:pt x="7315200" y="3584448"/>
                </a:lnTo>
                <a:lnTo>
                  <a:pt x="0" y="3584448"/>
                </a:lnTo>
                <a:lnTo>
                  <a:pt x="0" y="0"/>
                </a:lnTo>
                <a:close/>
              </a:path>
            </a:pathLst>
          </a:custGeom>
          <a:blipFill>
            <a:blip r:embed="rId8">
              <a:extLst>
                <a:ext uri="{96DAC541-7B7A-43D3-8B79-37D633B846F1}">
                  <asvg:svgBlip xmlns:asvg="http://schemas.microsoft.com/office/drawing/2016/SVG/main" r:embed="rId9"/>
                </a:ext>
              </a:extLst>
            </a:blip>
            <a:stretch>
              <a:fillRect l="0" t="-223" r="0" b="-223"/>
            </a:stretch>
          </a:blipFill>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sp>
        <p:nvSpPr>
          <p:cNvPr name="Freeform 2" id="2"/>
          <p:cNvSpPr/>
          <p:nvPr/>
        </p:nvSpPr>
        <p:spPr>
          <a:xfrm flipH="false" flipV="false" rot="1697760">
            <a:off x="-1952711" y="8152238"/>
            <a:ext cx="7315200" cy="3584448"/>
          </a:xfrm>
          <a:custGeom>
            <a:avLst/>
            <a:gdLst/>
            <a:ahLst/>
            <a:cxnLst/>
            <a:rect r="r" b="b" t="t" l="l"/>
            <a:pathLst>
              <a:path h="3584448" w="7315200">
                <a:moveTo>
                  <a:pt x="0" y="0"/>
                </a:moveTo>
                <a:lnTo>
                  <a:pt x="7315200" y="0"/>
                </a:lnTo>
                <a:lnTo>
                  <a:pt x="7315200" y="3584448"/>
                </a:lnTo>
                <a:lnTo>
                  <a:pt x="0" y="3584448"/>
                </a:lnTo>
                <a:lnTo>
                  <a:pt x="0" y="0"/>
                </a:lnTo>
                <a:close/>
              </a:path>
            </a:pathLst>
          </a:custGeom>
          <a:blipFill>
            <a:blip r:embed="rId2">
              <a:extLst>
                <a:ext uri="{96DAC541-7B7A-43D3-8B79-37D633B846F1}">
                  <asvg:svgBlip xmlns:asvg="http://schemas.microsoft.com/office/drawing/2016/SVG/main" r:embed="rId3"/>
                </a:ext>
              </a:extLst>
            </a:blip>
            <a:stretch>
              <a:fillRect l="0" t="-223" r="0" b="-223"/>
            </a:stretch>
          </a:blipFill>
        </p:spPr>
      </p:sp>
      <p:sp>
        <p:nvSpPr>
          <p:cNvPr name="Freeform 3" id="3"/>
          <p:cNvSpPr/>
          <p:nvPr/>
        </p:nvSpPr>
        <p:spPr>
          <a:xfrm flipH="false" flipV="false" rot="-1605300">
            <a:off x="15679788" y="741093"/>
            <a:ext cx="2393775" cy="2751458"/>
          </a:xfrm>
          <a:custGeom>
            <a:avLst/>
            <a:gdLst/>
            <a:ahLst/>
            <a:cxnLst/>
            <a:rect r="r" b="b" t="t" l="l"/>
            <a:pathLst>
              <a:path h="2751458" w="2393775">
                <a:moveTo>
                  <a:pt x="0" y="0"/>
                </a:moveTo>
                <a:lnTo>
                  <a:pt x="2393776" y="0"/>
                </a:lnTo>
                <a:lnTo>
                  <a:pt x="2393776" y="2751458"/>
                </a:lnTo>
                <a:lnTo>
                  <a:pt x="0" y="2751458"/>
                </a:lnTo>
                <a:lnTo>
                  <a:pt x="0" y="0"/>
                </a:lnTo>
                <a:close/>
              </a:path>
            </a:pathLst>
          </a:custGeom>
          <a:blipFill>
            <a:blip r:embed="rId4">
              <a:extLst>
                <a:ext uri="{96DAC541-7B7A-43D3-8B79-37D633B846F1}">
                  <asvg:svgBlip xmlns:asvg="http://schemas.microsoft.com/office/drawing/2016/SVG/main" r:embed="rId5"/>
                </a:ext>
              </a:extLst>
            </a:blip>
            <a:stretch>
              <a:fillRect l="0" t="-59" r="0" b="-59"/>
            </a:stretch>
          </a:blipFill>
        </p:spPr>
      </p:sp>
      <p:sp>
        <p:nvSpPr>
          <p:cNvPr name="Freeform 4" id="4"/>
          <p:cNvSpPr/>
          <p:nvPr/>
        </p:nvSpPr>
        <p:spPr>
          <a:xfrm flipH="false" flipV="false" rot="0">
            <a:off x="643071" y="449247"/>
            <a:ext cx="1916497" cy="2555329"/>
          </a:xfrm>
          <a:custGeom>
            <a:avLst/>
            <a:gdLst/>
            <a:ahLst/>
            <a:cxnLst/>
            <a:rect r="r" b="b" t="t" l="l"/>
            <a:pathLst>
              <a:path h="2555329" w="1916497">
                <a:moveTo>
                  <a:pt x="0" y="0"/>
                </a:moveTo>
                <a:lnTo>
                  <a:pt x="1916497" y="0"/>
                </a:lnTo>
                <a:lnTo>
                  <a:pt x="1916497" y="2555329"/>
                </a:lnTo>
                <a:lnTo>
                  <a:pt x="0" y="2555329"/>
                </a:lnTo>
                <a:lnTo>
                  <a:pt x="0" y="0"/>
                </a:lnTo>
                <a:close/>
              </a:path>
            </a:pathLst>
          </a:custGeom>
          <a:blipFill>
            <a:blip r:embed="rId6">
              <a:extLst>
                <a:ext uri="{96DAC541-7B7A-43D3-8B79-37D633B846F1}">
                  <asvg:svgBlip xmlns:asvg="http://schemas.microsoft.com/office/drawing/2016/SVG/main" r:embed="rId7"/>
                </a:ext>
              </a:extLst>
            </a:blip>
            <a:stretch>
              <a:fillRect l="-309" t="0" r="-310" b="0"/>
            </a:stretch>
          </a:blipFill>
        </p:spPr>
      </p:sp>
      <p:sp>
        <p:nvSpPr>
          <p:cNvPr name="Freeform 5" id="5"/>
          <p:cNvSpPr/>
          <p:nvPr/>
        </p:nvSpPr>
        <p:spPr>
          <a:xfrm flipH="false" flipV="false" rot="0">
            <a:off x="16091935" y="7458094"/>
            <a:ext cx="2472814" cy="2486377"/>
          </a:xfrm>
          <a:custGeom>
            <a:avLst/>
            <a:gdLst/>
            <a:ahLst/>
            <a:cxnLst/>
            <a:rect r="r" b="b" t="t" l="l"/>
            <a:pathLst>
              <a:path h="2486377" w="2472814">
                <a:moveTo>
                  <a:pt x="0" y="0"/>
                </a:moveTo>
                <a:lnTo>
                  <a:pt x="2472814" y="0"/>
                </a:lnTo>
                <a:lnTo>
                  <a:pt x="2472814" y="2486377"/>
                </a:lnTo>
                <a:lnTo>
                  <a:pt x="0" y="2486377"/>
                </a:lnTo>
                <a:lnTo>
                  <a:pt x="0" y="0"/>
                </a:lnTo>
                <a:close/>
              </a:path>
            </a:pathLst>
          </a:custGeom>
          <a:blipFill>
            <a:blip r:embed="rId8">
              <a:extLst>
                <a:ext uri="{96DAC541-7B7A-43D3-8B79-37D633B846F1}">
                  <asvg:svgBlip xmlns:asvg="http://schemas.microsoft.com/office/drawing/2016/SVG/main" r:embed="rId9"/>
                </a:ext>
              </a:extLst>
            </a:blip>
            <a:stretch>
              <a:fillRect l="-82" t="0" r="-82" b="0"/>
            </a:stretch>
          </a:blipFill>
        </p:spPr>
      </p:sp>
      <p:sp>
        <p:nvSpPr>
          <p:cNvPr name="TextBox 6" id="6"/>
          <p:cNvSpPr txBox="true"/>
          <p:nvPr/>
        </p:nvSpPr>
        <p:spPr>
          <a:xfrm rot="0">
            <a:off x="7455932" y="249031"/>
            <a:ext cx="3376146" cy="2530326"/>
          </a:xfrm>
          <a:prstGeom prst="rect">
            <a:avLst/>
          </a:prstGeom>
        </p:spPr>
        <p:txBody>
          <a:bodyPr anchor="t" rtlCol="false" tIns="0" lIns="0" bIns="0" rIns="0">
            <a:spAutoFit/>
          </a:bodyPr>
          <a:lstStyle/>
          <a:p>
            <a:pPr algn="ctr">
              <a:lnSpc>
                <a:spcPts val="17842"/>
              </a:lnSpc>
            </a:pPr>
            <a:r>
              <a:rPr lang="en-US" sz="12744">
                <a:solidFill>
                  <a:srgbClr val="FFFEFD"/>
                </a:solidFill>
                <a:latin typeface="Mansalva"/>
                <a:ea typeface="Mansalva"/>
                <a:cs typeface="Mansalva"/>
                <a:sym typeface="Mansalva"/>
              </a:rPr>
              <a:t>wish</a:t>
            </a:r>
          </a:p>
        </p:txBody>
      </p:sp>
      <p:sp>
        <p:nvSpPr>
          <p:cNvPr name="Freeform 7" id="7"/>
          <p:cNvSpPr/>
          <p:nvPr/>
        </p:nvSpPr>
        <p:spPr>
          <a:xfrm flipH="false" flipV="false" rot="0">
            <a:off x="1341549" y="3957304"/>
            <a:ext cx="7156171" cy="4114800"/>
          </a:xfrm>
          <a:custGeom>
            <a:avLst/>
            <a:gdLst/>
            <a:ahLst/>
            <a:cxnLst/>
            <a:rect r="r" b="b" t="t" l="l"/>
            <a:pathLst>
              <a:path h="4114800" w="7156171">
                <a:moveTo>
                  <a:pt x="0" y="0"/>
                </a:moveTo>
                <a:lnTo>
                  <a:pt x="7156170" y="0"/>
                </a:lnTo>
                <a:lnTo>
                  <a:pt x="71561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69" r="0" b="-69"/>
            </a:stretch>
          </a:blipFill>
        </p:spPr>
      </p:sp>
      <p:sp>
        <p:nvSpPr>
          <p:cNvPr name="Freeform 8" id="8"/>
          <p:cNvSpPr/>
          <p:nvPr/>
        </p:nvSpPr>
        <p:spPr>
          <a:xfrm flipH="false" flipV="false" rot="0">
            <a:off x="1824676" y="3407540"/>
            <a:ext cx="4189524" cy="860755"/>
          </a:xfrm>
          <a:custGeom>
            <a:avLst/>
            <a:gdLst/>
            <a:ahLst/>
            <a:cxnLst/>
            <a:rect r="r" b="b" t="t" l="l"/>
            <a:pathLst>
              <a:path h="860755" w="4189524">
                <a:moveTo>
                  <a:pt x="0" y="0"/>
                </a:moveTo>
                <a:lnTo>
                  <a:pt x="4189523" y="0"/>
                </a:lnTo>
                <a:lnTo>
                  <a:pt x="4189523" y="860755"/>
                </a:lnTo>
                <a:lnTo>
                  <a:pt x="0" y="860755"/>
                </a:lnTo>
                <a:lnTo>
                  <a:pt x="0" y="0"/>
                </a:lnTo>
                <a:close/>
              </a:path>
            </a:pathLst>
          </a:custGeom>
          <a:blipFill>
            <a:blip r:embed="rId12">
              <a:extLst>
                <a:ext uri="{96DAC541-7B7A-43D3-8B79-37D633B846F1}">
                  <asvg:svgBlip xmlns:asvg="http://schemas.microsoft.com/office/drawing/2016/SVG/main" r:embed="rId13"/>
                </a:ext>
              </a:extLst>
            </a:blip>
            <a:stretch>
              <a:fillRect l="0" t="-217" r="0" b="-217"/>
            </a:stretch>
          </a:blipFill>
        </p:spPr>
      </p:sp>
      <p:sp>
        <p:nvSpPr>
          <p:cNvPr name="TextBox 9" id="9"/>
          <p:cNvSpPr txBox="true"/>
          <p:nvPr/>
        </p:nvSpPr>
        <p:spPr>
          <a:xfrm rot="0">
            <a:off x="2385746" y="2620918"/>
            <a:ext cx="3067364" cy="1887160"/>
          </a:xfrm>
          <a:prstGeom prst="rect">
            <a:avLst/>
          </a:prstGeom>
        </p:spPr>
        <p:txBody>
          <a:bodyPr anchor="t" rtlCol="false" tIns="0" lIns="0" bIns="0" rIns="0">
            <a:spAutoFit/>
          </a:bodyPr>
          <a:lstStyle/>
          <a:p>
            <a:pPr algn="ctr">
              <a:lnSpc>
                <a:spcPts val="14279"/>
              </a:lnSpc>
            </a:pPr>
            <a:r>
              <a:rPr lang="en-US" sz="10199">
                <a:solidFill>
                  <a:srgbClr val="737373"/>
                </a:solidFill>
                <a:latin typeface="Mansalva"/>
                <a:ea typeface="Mansalva"/>
                <a:cs typeface="Mansalva"/>
                <a:sym typeface="Mansalva"/>
              </a:rPr>
              <a:t>to you</a:t>
            </a:r>
          </a:p>
        </p:txBody>
      </p:sp>
      <p:sp>
        <p:nvSpPr>
          <p:cNvPr name="TextBox 10" id="10"/>
          <p:cNvSpPr txBox="true"/>
          <p:nvPr/>
        </p:nvSpPr>
        <p:spPr>
          <a:xfrm rot="0">
            <a:off x="1704889" y="4719870"/>
            <a:ext cx="6033099" cy="2576039"/>
          </a:xfrm>
          <a:prstGeom prst="rect">
            <a:avLst/>
          </a:prstGeom>
        </p:spPr>
        <p:txBody>
          <a:bodyPr anchor="t" rtlCol="false" tIns="0" lIns="0" bIns="0" rIns="0">
            <a:spAutoFit/>
          </a:bodyPr>
          <a:lstStyle/>
          <a:p>
            <a:pPr algn="ctr">
              <a:lnSpc>
                <a:spcPts val="2939"/>
              </a:lnSpc>
            </a:pPr>
            <a:r>
              <a:rPr lang="en-US" sz="2449">
                <a:solidFill>
                  <a:srgbClr val="000000"/>
                </a:solidFill>
                <a:latin typeface="Arimo"/>
                <a:ea typeface="Arimo"/>
                <a:cs typeface="Arimo"/>
                <a:sym typeface="Arimo"/>
              </a:rPr>
              <a:t>I hope you’ll always be healthy, happy, and that all your dreams slowly come true. I also hope we can always stay together, understand each other, take care of each other, and never give up on us easily. May our relationship grow stronger and last for as long as we both want.</a:t>
            </a:r>
          </a:p>
        </p:txBody>
      </p:sp>
      <p:sp>
        <p:nvSpPr>
          <p:cNvPr name="Freeform 11" id="11"/>
          <p:cNvSpPr/>
          <p:nvPr/>
        </p:nvSpPr>
        <p:spPr>
          <a:xfrm flipH="false" flipV="false" rot="0">
            <a:off x="10103129" y="3957304"/>
            <a:ext cx="7156171" cy="4114800"/>
          </a:xfrm>
          <a:custGeom>
            <a:avLst/>
            <a:gdLst/>
            <a:ahLst/>
            <a:cxnLst/>
            <a:rect r="r" b="b" t="t" l="l"/>
            <a:pathLst>
              <a:path h="4114800" w="7156171">
                <a:moveTo>
                  <a:pt x="0" y="0"/>
                </a:moveTo>
                <a:lnTo>
                  <a:pt x="7156171" y="0"/>
                </a:lnTo>
                <a:lnTo>
                  <a:pt x="71561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69" r="0" b="-69"/>
            </a:stretch>
          </a:blipFill>
        </p:spPr>
      </p:sp>
      <p:sp>
        <p:nvSpPr>
          <p:cNvPr name="TextBox 12" id="12"/>
          <p:cNvSpPr txBox="true"/>
          <p:nvPr/>
        </p:nvSpPr>
        <p:spPr>
          <a:xfrm rot="0">
            <a:off x="12177341" y="2732189"/>
            <a:ext cx="3007747" cy="1887160"/>
          </a:xfrm>
          <a:prstGeom prst="rect">
            <a:avLst/>
          </a:prstGeom>
        </p:spPr>
        <p:txBody>
          <a:bodyPr anchor="t" rtlCol="false" tIns="0" lIns="0" bIns="0" rIns="0">
            <a:spAutoFit/>
          </a:bodyPr>
          <a:lstStyle/>
          <a:p>
            <a:pPr algn="ctr">
              <a:lnSpc>
                <a:spcPts val="14279"/>
              </a:lnSpc>
            </a:pPr>
            <a:r>
              <a:rPr lang="en-US" sz="10199">
                <a:solidFill>
                  <a:srgbClr val="FFFEFD"/>
                </a:solidFill>
                <a:latin typeface="Mansalva"/>
                <a:ea typeface="Mansalva"/>
                <a:cs typeface="Mansalva"/>
                <a:sym typeface="Mansalva"/>
              </a:rPr>
              <a:t>for us</a:t>
            </a:r>
          </a:p>
        </p:txBody>
      </p:sp>
      <p:sp>
        <p:nvSpPr>
          <p:cNvPr name="Freeform 13" id="13"/>
          <p:cNvSpPr/>
          <p:nvPr/>
        </p:nvSpPr>
        <p:spPr>
          <a:xfrm flipH="false" flipV="false" rot="0">
            <a:off x="11645713" y="3183979"/>
            <a:ext cx="4071004" cy="1324089"/>
          </a:xfrm>
          <a:custGeom>
            <a:avLst/>
            <a:gdLst/>
            <a:ahLst/>
            <a:cxnLst/>
            <a:rect r="r" b="b" t="t" l="l"/>
            <a:pathLst>
              <a:path h="1324089" w="4071004">
                <a:moveTo>
                  <a:pt x="0" y="0"/>
                </a:moveTo>
                <a:lnTo>
                  <a:pt x="4071004" y="0"/>
                </a:lnTo>
                <a:lnTo>
                  <a:pt x="4071004" y="1324089"/>
                </a:lnTo>
                <a:lnTo>
                  <a:pt x="0" y="1324089"/>
                </a:lnTo>
                <a:lnTo>
                  <a:pt x="0" y="0"/>
                </a:lnTo>
                <a:close/>
              </a:path>
            </a:pathLst>
          </a:custGeom>
          <a:blipFill>
            <a:blip r:embed="rId14">
              <a:extLst>
                <a:ext uri="{96DAC541-7B7A-43D3-8B79-37D633B846F1}">
                  <asvg:svgBlip xmlns:asvg="http://schemas.microsoft.com/office/drawing/2016/SVG/main" r:embed="rId15"/>
                </a:ext>
              </a:extLst>
            </a:blip>
            <a:stretch>
              <a:fillRect l="0" t="-284" r="0" b="-285"/>
            </a:stretch>
          </a:blipFill>
        </p:spPr>
      </p:sp>
      <p:sp>
        <p:nvSpPr>
          <p:cNvPr name="TextBox 14" id="14"/>
          <p:cNvSpPr txBox="true"/>
          <p:nvPr/>
        </p:nvSpPr>
        <p:spPr>
          <a:xfrm rot="0">
            <a:off x="12177341" y="2620918"/>
            <a:ext cx="3007747" cy="1887160"/>
          </a:xfrm>
          <a:prstGeom prst="rect">
            <a:avLst/>
          </a:prstGeom>
        </p:spPr>
        <p:txBody>
          <a:bodyPr anchor="t" rtlCol="false" tIns="0" lIns="0" bIns="0" rIns="0">
            <a:spAutoFit/>
          </a:bodyPr>
          <a:lstStyle/>
          <a:p>
            <a:pPr algn="ctr">
              <a:lnSpc>
                <a:spcPts val="14279"/>
              </a:lnSpc>
            </a:pPr>
            <a:r>
              <a:rPr lang="en-US" sz="10199">
                <a:solidFill>
                  <a:srgbClr val="737373"/>
                </a:solidFill>
                <a:latin typeface="Mansalva"/>
                <a:ea typeface="Mansalva"/>
                <a:cs typeface="Mansalva"/>
                <a:sym typeface="Mansalva"/>
              </a:rPr>
              <a:t>for us</a:t>
            </a:r>
          </a:p>
        </p:txBody>
      </p:sp>
      <p:sp>
        <p:nvSpPr>
          <p:cNvPr name="TextBox 15" id="15"/>
          <p:cNvSpPr txBox="true"/>
          <p:nvPr/>
        </p:nvSpPr>
        <p:spPr>
          <a:xfrm rot="0">
            <a:off x="10485753" y="4719870"/>
            <a:ext cx="6390923" cy="2580143"/>
          </a:xfrm>
          <a:prstGeom prst="rect">
            <a:avLst/>
          </a:prstGeom>
        </p:spPr>
        <p:txBody>
          <a:bodyPr anchor="t" rtlCol="false" tIns="0" lIns="0" bIns="0" rIns="0">
            <a:spAutoFit/>
          </a:bodyPr>
          <a:lstStyle/>
          <a:p>
            <a:pPr algn="ctr">
              <a:lnSpc>
                <a:spcPts val="2943"/>
              </a:lnSpc>
            </a:pPr>
            <a:r>
              <a:rPr lang="en-US" sz="2453">
                <a:solidFill>
                  <a:srgbClr val="000000"/>
                </a:solidFill>
                <a:latin typeface="Arimo"/>
                <a:ea typeface="Arimo"/>
                <a:cs typeface="Arimo"/>
                <a:sym typeface="Arimo"/>
              </a:rPr>
              <a:t>I hope I can become the best version of myself. I hope I’ll always be healthy, that everything becomes easier for me, my blessings keep flowing, and all my dreams come true one by one. </a:t>
            </a:r>
            <a:r>
              <a:rPr lang="en-US" sz="2453">
                <a:solidFill>
                  <a:srgbClr val="000000"/>
                </a:solidFill>
                <a:latin typeface="Arimo"/>
                <a:ea typeface="Arimo"/>
                <a:cs typeface="Arimo"/>
                <a:sym typeface="Arimo"/>
              </a:rPr>
              <a:t>I hope I can become more mature, stronger through whatever comes my way, and never give up easily.</a:t>
            </a:r>
          </a:p>
        </p:txBody>
      </p:sp>
      <p:grpSp>
        <p:nvGrpSpPr>
          <p:cNvPr name="Group 16" id="16"/>
          <p:cNvGrpSpPr/>
          <p:nvPr/>
        </p:nvGrpSpPr>
        <p:grpSpPr>
          <a:xfrm rot="0">
            <a:off x="7210196" y="7115556"/>
            <a:ext cx="3867617" cy="3171444"/>
            <a:chOff x="0" y="0"/>
            <a:chExt cx="5156822" cy="4228592"/>
          </a:xfrm>
        </p:grpSpPr>
        <p:sp>
          <p:nvSpPr>
            <p:cNvPr name="Freeform 17" id="17"/>
            <p:cNvSpPr/>
            <p:nvPr/>
          </p:nvSpPr>
          <p:spPr>
            <a:xfrm flipH="false" flipV="false" rot="0">
              <a:off x="0" y="0"/>
              <a:ext cx="5156835" cy="4228592"/>
            </a:xfrm>
            <a:custGeom>
              <a:avLst/>
              <a:gdLst/>
              <a:ahLst/>
              <a:cxnLst/>
              <a:rect r="r" b="b" t="t" l="l"/>
              <a:pathLst>
                <a:path h="4228592" w="5156835">
                  <a:moveTo>
                    <a:pt x="0" y="0"/>
                  </a:moveTo>
                  <a:lnTo>
                    <a:pt x="5156835" y="0"/>
                  </a:lnTo>
                  <a:lnTo>
                    <a:pt x="5156835" y="4228592"/>
                  </a:lnTo>
                  <a:lnTo>
                    <a:pt x="0" y="4228592"/>
                  </a:lnTo>
                  <a:lnTo>
                    <a:pt x="0" y="0"/>
                  </a:lnTo>
                  <a:close/>
                </a:path>
              </a:pathLst>
            </a:custGeom>
            <a:blipFill>
              <a:blip r:embed="rId16"/>
              <a:stretch>
                <a:fillRect l="-24" t="0" r="-23" b="0"/>
              </a:stretch>
            </a:blipFill>
          </p:spPr>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sp>
        <p:nvSpPr>
          <p:cNvPr name="Freeform 2" id="2"/>
          <p:cNvSpPr/>
          <p:nvPr/>
        </p:nvSpPr>
        <p:spPr>
          <a:xfrm flipH="false" flipV="false" rot="0">
            <a:off x="2095910" y="2390575"/>
            <a:ext cx="14096171" cy="6330467"/>
          </a:xfrm>
          <a:custGeom>
            <a:avLst/>
            <a:gdLst/>
            <a:ahLst/>
            <a:cxnLst/>
            <a:rect r="r" b="b" t="t" l="l"/>
            <a:pathLst>
              <a:path h="6330467" w="14096171">
                <a:moveTo>
                  <a:pt x="0" y="0"/>
                </a:moveTo>
                <a:lnTo>
                  <a:pt x="14096171" y="0"/>
                </a:lnTo>
                <a:lnTo>
                  <a:pt x="14096171" y="6330467"/>
                </a:lnTo>
                <a:lnTo>
                  <a:pt x="0" y="6330467"/>
                </a:lnTo>
                <a:lnTo>
                  <a:pt x="0" y="0"/>
                </a:lnTo>
                <a:close/>
              </a:path>
            </a:pathLst>
          </a:custGeom>
          <a:blipFill>
            <a:blip r:embed="rId2">
              <a:extLst>
                <a:ext uri="{96DAC541-7B7A-43D3-8B79-37D633B846F1}">
                  <asvg:svgBlip xmlns:asvg="http://schemas.microsoft.com/office/drawing/2016/SVG/main" r:embed="rId3"/>
                </a:ext>
              </a:extLst>
            </a:blip>
            <a:stretch>
              <a:fillRect l="0" t="-176" r="0" b="-176"/>
            </a:stretch>
          </a:blipFill>
        </p:spPr>
      </p:sp>
      <p:sp>
        <p:nvSpPr>
          <p:cNvPr name="TextBox 3" id="3"/>
          <p:cNvSpPr txBox="true"/>
          <p:nvPr/>
        </p:nvSpPr>
        <p:spPr>
          <a:xfrm rot="0">
            <a:off x="2482250" y="2782038"/>
            <a:ext cx="13337263" cy="5404665"/>
          </a:xfrm>
          <a:prstGeom prst="rect">
            <a:avLst/>
          </a:prstGeom>
        </p:spPr>
        <p:txBody>
          <a:bodyPr anchor="t" rtlCol="false" tIns="0" lIns="0" bIns="0" rIns="0">
            <a:spAutoFit/>
          </a:bodyPr>
          <a:lstStyle/>
          <a:p>
            <a:pPr algn="ctr">
              <a:lnSpc>
                <a:spcPts val="4301"/>
              </a:lnSpc>
            </a:pPr>
            <a:r>
              <a:rPr lang="en-US" sz="2497">
                <a:solidFill>
                  <a:srgbClr val="000000"/>
                </a:solidFill>
                <a:latin typeface="Arimo"/>
                <a:ea typeface="Arimo"/>
                <a:cs typeface="Arimo"/>
                <a:sym typeface="Arimo"/>
              </a:rPr>
              <a:t>Happy Birthday, my loveee!</a:t>
            </a:r>
          </a:p>
          <a:p>
            <a:pPr algn="ctr">
              <a:lnSpc>
                <a:spcPts val="4301"/>
              </a:lnSpc>
            </a:pPr>
            <a:r>
              <a:rPr lang="en-US" sz="2497">
                <a:solidFill>
                  <a:srgbClr val="000000"/>
                </a:solidFill>
                <a:latin typeface="Arimo"/>
                <a:ea typeface="Arimo"/>
                <a:cs typeface="Arimo"/>
                <a:sym typeface="Arimo"/>
              </a:rPr>
              <a:t>I hope that in this new chapter of your life, you’ll always be healthy, happy, blessed with good things, and that everything you wish for comes true.</a:t>
            </a:r>
          </a:p>
          <a:p>
            <a:pPr algn="ctr">
              <a:lnSpc>
                <a:spcPts val="4301"/>
              </a:lnSpc>
            </a:pPr>
            <a:r>
              <a:rPr lang="en-US" sz="2497">
                <a:solidFill>
                  <a:srgbClr val="000000"/>
                </a:solidFill>
                <a:latin typeface="Arimo"/>
                <a:ea typeface="Arimo"/>
                <a:cs typeface="Arimo"/>
                <a:sym typeface="Arimo"/>
              </a:rPr>
              <a:t>I'm </a:t>
            </a:r>
            <a:r>
              <a:rPr lang="en-US" sz="2497">
                <a:solidFill>
                  <a:srgbClr val="000000"/>
                </a:solidFill>
                <a:latin typeface="Arimo"/>
                <a:ea typeface="Arimo"/>
                <a:cs typeface="Arimo"/>
                <a:sym typeface="Arimo"/>
              </a:rPr>
              <a:t>really grateful that I got to know you and have you in my life. Thank you for being here, for staying, and for becoming such a special part of my days.</a:t>
            </a:r>
          </a:p>
          <a:p>
            <a:pPr algn="ctr">
              <a:lnSpc>
                <a:spcPts val="4301"/>
              </a:lnSpc>
            </a:pPr>
            <a:r>
              <a:rPr lang="en-US" sz="2497">
                <a:solidFill>
                  <a:srgbClr val="000000"/>
                </a:solidFill>
                <a:latin typeface="Arimo"/>
                <a:ea typeface="Arimo"/>
                <a:cs typeface="Arimo"/>
                <a:sym typeface="Arimo"/>
              </a:rPr>
              <a:t>I hope we can keep being there for each other, taking care of each other, and staying together for as long as we can, my love.</a:t>
            </a:r>
          </a:p>
          <a:p>
            <a:pPr algn="ctr">
              <a:lnSpc>
                <a:spcPts val="4301"/>
              </a:lnSpc>
            </a:pPr>
            <a:r>
              <a:rPr lang="en-US" sz="2497">
                <a:solidFill>
                  <a:srgbClr val="000000"/>
                </a:solidFill>
                <a:latin typeface="Arimo"/>
                <a:ea typeface="Arimo"/>
                <a:cs typeface="Arimo"/>
                <a:sym typeface="Arimo"/>
              </a:rPr>
              <a:t>Once again, happy birthday, my loveee. I hope your smile is always there, and I hope I can always be one of the reasons behind it.</a:t>
            </a:r>
          </a:p>
          <a:p>
            <a:pPr algn="ctr">
              <a:lnSpc>
                <a:spcPts val="4301"/>
              </a:lnSpc>
            </a:pPr>
            <a:r>
              <a:rPr lang="en-US" sz="2497">
                <a:solidFill>
                  <a:srgbClr val="000000"/>
                </a:solidFill>
                <a:latin typeface="Arimo"/>
                <a:ea typeface="Arimo"/>
                <a:cs typeface="Arimo"/>
                <a:sym typeface="Arimo"/>
              </a:rPr>
              <a:t>— From me, Firdaus</a:t>
            </a:r>
          </a:p>
        </p:txBody>
      </p:sp>
      <p:sp>
        <p:nvSpPr>
          <p:cNvPr name="Freeform 4" id="4"/>
          <p:cNvSpPr/>
          <p:nvPr/>
        </p:nvSpPr>
        <p:spPr>
          <a:xfrm flipH="false" flipV="false" rot="-2113140">
            <a:off x="-3422742" y="-1258767"/>
            <a:ext cx="7746921" cy="3795989"/>
          </a:xfrm>
          <a:custGeom>
            <a:avLst/>
            <a:gdLst/>
            <a:ahLst/>
            <a:cxnLst/>
            <a:rect r="r" b="b" t="t" l="l"/>
            <a:pathLst>
              <a:path h="3795989" w="7746921">
                <a:moveTo>
                  <a:pt x="0" y="0"/>
                </a:moveTo>
                <a:lnTo>
                  <a:pt x="7746921" y="0"/>
                </a:lnTo>
                <a:lnTo>
                  <a:pt x="7746921" y="3795989"/>
                </a:lnTo>
                <a:lnTo>
                  <a:pt x="0" y="3795989"/>
                </a:lnTo>
                <a:lnTo>
                  <a:pt x="0" y="0"/>
                </a:lnTo>
                <a:close/>
              </a:path>
            </a:pathLst>
          </a:custGeom>
          <a:blipFill>
            <a:blip r:embed="rId4">
              <a:extLst>
                <a:ext uri="{96DAC541-7B7A-43D3-8B79-37D633B846F1}">
                  <asvg:svgBlip xmlns:asvg="http://schemas.microsoft.com/office/drawing/2016/SVG/main" r:embed="rId5"/>
                </a:ext>
              </a:extLst>
            </a:blip>
            <a:stretch>
              <a:fillRect l="0" t="-143" r="0" b="-142"/>
            </a:stretch>
          </a:blipFill>
        </p:spPr>
      </p:sp>
      <p:grpSp>
        <p:nvGrpSpPr>
          <p:cNvPr name="Group 5" id="5"/>
          <p:cNvGrpSpPr/>
          <p:nvPr/>
        </p:nvGrpSpPr>
        <p:grpSpPr>
          <a:xfrm rot="0">
            <a:off x="-8534" y="7555640"/>
            <a:ext cx="4208888" cy="2651598"/>
            <a:chOff x="0" y="0"/>
            <a:chExt cx="5611851" cy="3535464"/>
          </a:xfrm>
        </p:grpSpPr>
        <p:sp>
          <p:nvSpPr>
            <p:cNvPr name="Freeform 6" id="6"/>
            <p:cNvSpPr/>
            <p:nvPr/>
          </p:nvSpPr>
          <p:spPr>
            <a:xfrm flipH="false" flipV="false" rot="0">
              <a:off x="0" y="0"/>
              <a:ext cx="5611876" cy="3535426"/>
            </a:xfrm>
            <a:custGeom>
              <a:avLst/>
              <a:gdLst/>
              <a:ahLst/>
              <a:cxnLst/>
              <a:rect r="r" b="b" t="t" l="l"/>
              <a:pathLst>
                <a:path h="3535426" w="5611876">
                  <a:moveTo>
                    <a:pt x="0" y="0"/>
                  </a:moveTo>
                  <a:lnTo>
                    <a:pt x="5611876" y="0"/>
                  </a:lnTo>
                  <a:lnTo>
                    <a:pt x="5611876" y="3535426"/>
                  </a:lnTo>
                  <a:lnTo>
                    <a:pt x="0" y="3535426"/>
                  </a:lnTo>
                  <a:lnTo>
                    <a:pt x="0" y="0"/>
                  </a:lnTo>
                  <a:close/>
                </a:path>
              </a:pathLst>
            </a:custGeom>
            <a:blipFill>
              <a:blip r:embed="rId6"/>
              <a:stretch>
                <a:fillRect l="0" t="0" r="0" b="-1"/>
              </a:stretch>
            </a:blipFill>
          </p:spPr>
        </p:sp>
      </p:grpSp>
      <p:sp>
        <p:nvSpPr>
          <p:cNvPr name="Freeform 7" id="7"/>
          <p:cNvSpPr/>
          <p:nvPr/>
        </p:nvSpPr>
        <p:spPr>
          <a:xfrm flipH="false" flipV="false" rot="3151800">
            <a:off x="13867009" y="-754218"/>
            <a:ext cx="5821775" cy="3565836"/>
          </a:xfrm>
          <a:custGeom>
            <a:avLst/>
            <a:gdLst/>
            <a:ahLst/>
            <a:cxnLst/>
            <a:rect r="r" b="b" t="t" l="l"/>
            <a:pathLst>
              <a:path h="3565836" w="5821775">
                <a:moveTo>
                  <a:pt x="0" y="0"/>
                </a:moveTo>
                <a:lnTo>
                  <a:pt x="5821776" y="0"/>
                </a:lnTo>
                <a:lnTo>
                  <a:pt x="5821776" y="3565836"/>
                </a:lnTo>
                <a:lnTo>
                  <a:pt x="0" y="3565836"/>
                </a:lnTo>
                <a:lnTo>
                  <a:pt x="0" y="0"/>
                </a:lnTo>
                <a:close/>
              </a:path>
            </a:pathLst>
          </a:custGeom>
          <a:blipFill>
            <a:blip r:embed="rId7">
              <a:extLst>
                <a:ext uri="{96DAC541-7B7A-43D3-8B79-37D633B846F1}">
                  <asvg:svgBlip xmlns:asvg="http://schemas.microsoft.com/office/drawing/2016/SVG/main" r:embed="rId8"/>
                </a:ext>
              </a:extLst>
            </a:blip>
            <a:stretch>
              <a:fillRect l="0" t="-20" r="0" b="-20"/>
            </a:stretch>
          </a:blipFill>
        </p:spPr>
      </p:sp>
      <p:sp>
        <p:nvSpPr>
          <p:cNvPr name="TextBox 8" id="8"/>
          <p:cNvSpPr txBox="true"/>
          <p:nvPr/>
        </p:nvSpPr>
        <p:spPr>
          <a:xfrm rot="0">
            <a:off x="4761071" y="199501"/>
            <a:ext cx="8779621" cy="1825752"/>
          </a:xfrm>
          <a:prstGeom prst="rect">
            <a:avLst/>
          </a:prstGeom>
        </p:spPr>
        <p:txBody>
          <a:bodyPr anchor="t" rtlCol="false" tIns="0" lIns="0" bIns="0" rIns="0">
            <a:spAutoFit/>
          </a:bodyPr>
          <a:lstStyle/>
          <a:p>
            <a:pPr algn="ctr">
              <a:lnSpc>
                <a:spcPts val="12880"/>
              </a:lnSpc>
            </a:pPr>
            <a:r>
              <a:rPr lang="en-US" sz="9200">
                <a:solidFill>
                  <a:srgbClr val="FFFEFD"/>
                </a:solidFill>
                <a:latin typeface="Mansalva"/>
                <a:ea typeface="Mansalva"/>
                <a:cs typeface="Mansalva"/>
                <a:sym typeface="Mansalva"/>
              </a:rPr>
              <a:t>Happy Birthday..</a:t>
            </a:r>
          </a:p>
        </p:txBody>
      </p:sp>
      <p:sp>
        <p:nvSpPr>
          <p:cNvPr name="Freeform 9" id="9"/>
          <p:cNvSpPr/>
          <p:nvPr/>
        </p:nvSpPr>
        <p:spPr>
          <a:xfrm flipH="false" flipV="false" rot="-3160680">
            <a:off x="14630400" y="7346566"/>
            <a:ext cx="7315200" cy="3584448"/>
          </a:xfrm>
          <a:custGeom>
            <a:avLst/>
            <a:gdLst/>
            <a:ahLst/>
            <a:cxnLst/>
            <a:rect r="r" b="b" t="t" l="l"/>
            <a:pathLst>
              <a:path h="3584448" w="7315200">
                <a:moveTo>
                  <a:pt x="0" y="0"/>
                </a:moveTo>
                <a:lnTo>
                  <a:pt x="7315200" y="0"/>
                </a:lnTo>
                <a:lnTo>
                  <a:pt x="7315200" y="3584448"/>
                </a:lnTo>
                <a:lnTo>
                  <a:pt x="0" y="3584448"/>
                </a:lnTo>
                <a:lnTo>
                  <a:pt x="0" y="0"/>
                </a:lnTo>
                <a:close/>
              </a:path>
            </a:pathLst>
          </a:custGeom>
          <a:blipFill>
            <a:blip r:embed="rId4">
              <a:extLst>
                <a:ext uri="{96DAC541-7B7A-43D3-8B79-37D633B846F1}">
                  <asvg:svgBlip xmlns:asvg="http://schemas.microsoft.com/office/drawing/2016/SVG/main" r:embed="rId5"/>
                </a:ext>
              </a:extLst>
            </a:blip>
            <a:stretch>
              <a:fillRect l="0" t="-223" r="0" b="-223"/>
            </a:stretch>
          </a:blipFill>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sp>
        <p:nvSpPr>
          <p:cNvPr name="Freeform 2" id="2"/>
          <p:cNvSpPr/>
          <p:nvPr/>
        </p:nvSpPr>
        <p:spPr>
          <a:xfrm flipH="false" flipV="false" rot="0">
            <a:off x="5936428" y="6730632"/>
            <a:ext cx="3616147" cy="4032018"/>
          </a:xfrm>
          <a:custGeom>
            <a:avLst/>
            <a:gdLst/>
            <a:ahLst/>
            <a:cxnLst/>
            <a:rect r="r" b="b" t="t" l="l"/>
            <a:pathLst>
              <a:path h="4032018" w="3616147">
                <a:moveTo>
                  <a:pt x="0" y="0"/>
                </a:moveTo>
                <a:lnTo>
                  <a:pt x="3616147" y="0"/>
                </a:lnTo>
                <a:lnTo>
                  <a:pt x="3616147" y="4032018"/>
                </a:lnTo>
                <a:lnTo>
                  <a:pt x="0" y="40320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37742" y="6732318"/>
            <a:ext cx="3625377" cy="4030208"/>
          </a:xfrm>
          <a:custGeom>
            <a:avLst/>
            <a:gdLst/>
            <a:ahLst/>
            <a:cxnLst/>
            <a:rect r="r" b="b" t="t" l="l"/>
            <a:pathLst>
              <a:path h="4030208" w="3625377">
                <a:moveTo>
                  <a:pt x="0" y="0"/>
                </a:moveTo>
                <a:lnTo>
                  <a:pt x="3625377" y="0"/>
                </a:lnTo>
                <a:lnTo>
                  <a:pt x="3625377" y="4030208"/>
                </a:lnTo>
                <a:lnTo>
                  <a:pt x="0" y="40302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40647" y="6728079"/>
            <a:ext cx="3626320" cy="4031732"/>
          </a:xfrm>
          <a:custGeom>
            <a:avLst/>
            <a:gdLst/>
            <a:ahLst/>
            <a:cxnLst/>
            <a:rect r="r" b="b" t="t" l="l"/>
            <a:pathLst>
              <a:path h="4031732" w="3626320">
                <a:moveTo>
                  <a:pt x="0" y="0"/>
                </a:moveTo>
                <a:lnTo>
                  <a:pt x="3626320" y="0"/>
                </a:lnTo>
                <a:lnTo>
                  <a:pt x="3626320" y="4031732"/>
                </a:lnTo>
                <a:lnTo>
                  <a:pt x="0" y="40317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589200">
            <a:off x="6306374" y="7137247"/>
            <a:ext cx="2744448" cy="2636958"/>
            <a:chOff x="0" y="0"/>
            <a:chExt cx="3659264" cy="3515943"/>
          </a:xfrm>
        </p:grpSpPr>
        <p:sp>
          <p:nvSpPr>
            <p:cNvPr name="Freeform 6" id="6"/>
            <p:cNvSpPr/>
            <p:nvPr/>
          </p:nvSpPr>
          <p:spPr>
            <a:xfrm flipH="false" flipV="false" rot="0">
              <a:off x="0" y="0"/>
              <a:ext cx="3659251" cy="3515880"/>
            </a:xfrm>
            <a:custGeom>
              <a:avLst/>
              <a:gdLst/>
              <a:ahLst/>
              <a:cxnLst/>
              <a:rect r="r" b="b" t="t" l="l"/>
              <a:pathLst>
                <a:path h="3515880" w="3659251">
                  <a:moveTo>
                    <a:pt x="3645027" y="0"/>
                  </a:moveTo>
                  <a:lnTo>
                    <a:pt x="14224" y="0"/>
                  </a:lnTo>
                  <a:cubicBezTo>
                    <a:pt x="6604" y="0"/>
                    <a:pt x="0" y="6610"/>
                    <a:pt x="0" y="14236"/>
                  </a:cubicBezTo>
                  <a:lnTo>
                    <a:pt x="0" y="3501644"/>
                  </a:lnTo>
                  <a:cubicBezTo>
                    <a:pt x="0" y="3510160"/>
                    <a:pt x="6604" y="3515880"/>
                    <a:pt x="14224" y="3515880"/>
                  </a:cubicBezTo>
                  <a:lnTo>
                    <a:pt x="3645027" y="3515880"/>
                  </a:lnTo>
                  <a:cubicBezTo>
                    <a:pt x="3652647" y="3515880"/>
                    <a:pt x="3659251" y="3509270"/>
                    <a:pt x="3659251" y="3501644"/>
                  </a:cubicBezTo>
                  <a:lnTo>
                    <a:pt x="3659251" y="15253"/>
                  </a:lnTo>
                  <a:cubicBezTo>
                    <a:pt x="3659251" y="6737"/>
                    <a:pt x="3653536" y="0"/>
                    <a:pt x="3645027" y="0"/>
                  </a:cubicBezTo>
                  <a:close/>
                </a:path>
              </a:pathLst>
            </a:custGeom>
            <a:blipFill>
              <a:blip r:embed="rId8"/>
              <a:stretch>
                <a:fillRect l="0" t="-19385" r="0" b="-19385"/>
              </a:stretch>
            </a:blipFill>
          </p:spPr>
        </p:sp>
      </p:grpSp>
      <p:sp>
        <p:nvSpPr>
          <p:cNvPr name="Freeform 7" id="7"/>
          <p:cNvSpPr/>
          <p:nvPr/>
        </p:nvSpPr>
        <p:spPr>
          <a:xfrm flipH="false" flipV="false" rot="0">
            <a:off x="8804053" y="7101259"/>
            <a:ext cx="3973011" cy="4308967"/>
          </a:xfrm>
          <a:custGeom>
            <a:avLst/>
            <a:gdLst/>
            <a:ahLst/>
            <a:cxnLst/>
            <a:rect r="r" b="b" t="t" l="l"/>
            <a:pathLst>
              <a:path h="4308967" w="3973011">
                <a:moveTo>
                  <a:pt x="0" y="0"/>
                </a:moveTo>
                <a:lnTo>
                  <a:pt x="3973011" y="0"/>
                </a:lnTo>
                <a:lnTo>
                  <a:pt x="3973011" y="4308967"/>
                </a:lnTo>
                <a:lnTo>
                  <a:pt x="0" y="43089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1035720">
            <a:off x="9492434" y="7648289"/>
            <a:ext cx="2744448" cy="2634663"/>
            <a:chOff x="0" y="0"/>
            <a:chExt cx="3659264" cy="3512884"/>
          </a:xfrm>
        </p:grpSpPr>
        <p:sp>
          <p:nvSpPr>
            <p:cNvPr name="Freeform 9" id="9"/>
            <p:cNvSpPr/>
            <p:nvPr/>
          </p:nvSpPr>
          <p:spPr>
            <a:xfrm flipH="false" flipV="false" rot="0">
              <a:off x="0" y="0"/>
              <a:ext cx="3659251" cy="3512820"/>
            </a:xfrm>
            <a:custGeom>
              <a:avLst/>
              <a:gdLst/>
              <a:ahLst/>
              <a:cxnLst/>
              <a:rect r="r" b="b" t="t" l="l"/>
              <a:pathLst>
                <a:path h="3512820" w="3659251">
                  <a:moveTo>
                    <a:pt x="3645027" y="0"/>
                  </a:moveTo>
                  <a:lnTo>
                    <a:pt x="14224" y="0"/>
                  </a:lnTo>
                  <a:cubicBezTo>
                    <a:pt x="6604" y="0"/>
                    <a:pt x="0" y="6604"/>
                    <a:pt x="0" y="14224"/>
                  </a:cubicBezTo>
                  <a:lnTo>
                    <a:pt x="0" y="3498596"/>
                  </a:lnTo>
                  <a:cubicBezTo>
                    <a:pt x="0" y="3507105"/>
                    <a:pt x="6604" y="3512820"/>
                    <a:pt x="14224" y="3512820"/>
                  </a:cubicBezTo>
                  <a:lnTo>
                    <a:pt x="3645027" y="3512820"/>
                  </a:lnTo>
                  <a:cubicBezTo>
                    <a:pt x="3652647" y="3512820"/>
                    <a:pt x="3659251" y="3506216"/>
                    <a:pt x="3659251" y="3498596"/>
                  </a:cubicBezTo>
                  <a:lnTo>
                    <a:pt x="3659251" y="15240"/>
                  </a:lnTo>
                  <a:cubicBezTo>
                    <a:pt x="3659251" y="6731"/>
                    <a:pt x="3653536" y="0"/>
                    <a:pt x="3645027" y="0"/>
                  </a:cubicBezTo>
                  <a:close/>
                </a:path>
              </a:pathLst>
            </a:custGeom>
            <a:blipFill>
              <a:blip r:embed="rId11"/>
              <a:stretch>
                <a:fillRect l="-13998" t="0" r="-13998" b="0"/>
              </a:stretch>
            </a:blipFill>
          </p:spPr>
        </p:sp>
      </p:grpSp>
      <p:sp>
        <p:nvSpPr>
          <p:cNvPr name="Freeform 10" id="10"/>
          <p:cNvSpPr/>
          <p:nvPr/>
        </p:nvSpPr>
        <p:spPr>
          <a:xfrm flipH="false" flipV="false" rot="-6249960">
            <a:off x="13906338" y="-2648836"/>
            <a:ext cx="6705924" cy="5297681"/>
          </a:xfrm>
          <a:custGeom>
            <a:avLst/>
            <a:gdLst/>
            <a:ahLst/>
            <a:cxnLst/>
            <a:rect r="r" b="b" t="t" l="l"/>
            <a:pathLst>
              <a:path h="5297681" w="6705924">
                <a:moveTo>
                  <a:pt x="0" y="0"/>
                </a:moveTo>
                <a:lnTo>
                  <a:pt x="6705924" y="0"/>
                </a:lnTo>
                <a:lnTo>
                  <a:pt x="6705924" y="5297681"/>
                </a:lnTo>
                <a:lnTo>
                  <a:pt x="0" y="5297681"/>
                </a:lnTo>
                <a:lnTo>
                  <a:pt x="0" y="0"/>
                </a:lnTo>
                <a:close/>
              </a:path>
            </a:pathLst>
          </a:custGeom>
          <a:blipFill>
            <a:blip r:embed="rId12">
              <a:extLst>
                <a:ext uri="{96DAC541-7B7A-43D3-8B79-37D633B846F1}">
                  <asvg:svgBlip xmlns:asvg="http://schemas.microsoft.com/office/drawing/2016/SVG/main" r:embed="rId13"/>
                </a:ext>
              </a:extLst>
            </a:blip>
            <a:stretch>
              <a:fillRect l="0" t="-4" r="0" b="-4"/>
            </a:stretch>
          </a:blipFill>
        </p:spPr>
      </p:sp>
      <p:sp>
        <p:nvSpPr>
          <p:cNvPr name="Freeform 11" id="11"/>
          <p:cNvSpPr/>
          <p:nvPr/>
        </p:nvSpPr>
        <p:spPr>
          <a:xfrm flipH="false" flipV="false" rot="-6249960">
            <a:off x="-1924917" y="7048738"/>
            <a:ext cx="6705924" cy="5297681"/>
          </a:xfrm>
          <a:custGeom>
            <a:avLst/>
            <a:gdLst/>
            <a:ahLst/>
            <a:cxnLst/>
            <a:rect r="r" b="b" t="t" l="l"/>
            <a:pathLst>
              <a:path h="5297681" w="6705924">
                <a:moveTo>
                  <a:pt x="0" y="0"/>
                </a:moveTo>
                <a:lnTo>
                  <a:pt x="6705924" y="0"/>
                </a:lnTo>
                <a:lnTo>
                  <a:pt x="6705924" y="5297681"/>
                </a:lnTo>
                <a:lnTo>
                  <a:pt x="0" y="5297681"/>
                </a:lnTo>
                <a:lnTo>
                  <a:pt x="0" y="0"/>
                </a:lnTo>
                <a:close/>
              </a:path>
            </a:pathLst>
          </a:custGeom>
          <a:blipFill>
            <a:blip r:embed="rId12">
              <a:extLst>
                <a:ext uri="{96DAC541-7B7A-43D3-8B79-37D633B846F1}">
                  <asvg:svgBlip xmlns:asvg="http://schemas.microsoft.com/office/drawing/2016/SVG/main" r:embed="rId13"/>
                </a:ext>
              </a:extLst>
            </a:blip>
            <a:stretch>
              <a:fillRect l="0" t="-4" r="0" b="-4"/>
            </a:stretch>
          </a:blipFill>
        </p:spPr>
      </p:sp>
      <p:sp>
        <p:nvSpPr>
          <p:cNvPr name="TextBox 12" id="12"/>
          <p:cNvSpPr txBox="true"/>
          <p:nvPr/>
        </p:nvSpPr>
        <p:spPr>
          <a:xfrm rot="0">
            <a:off x="1028700" y="108642"/>
            <a:ext cx="10201208" cy="1516256"/>
          </a:xfrm>
          <a:prstGeom prst="rect">
            <a:avLst/>
          </a:prstGeom>
        </p:spPr>
        <p:txBody>
          <a:bodyPr anchor="t" rtlCol="false" tIns="0" lIns="0" bIns="0" rIns="0">
            <a:spAutoFit/>
          </a:bodyPr>
          <a:lstStyle/>
          <a:p>
            <a:pPr algn="ctr">
              <a:lnSpc>
                <a:spcPts val="11007"/>
              </a:lnSpc>
            </a:pPr>
            <a:r>
              <a:rPr lang="en-US" sz="7863">
                <a:solidFill>
                  <a:srgbClr val="FFFEFD"/>
                </a:solidFill>
                <a:latin typeface="Mansalva"/>
                <a:ea typeface="Mansalva"/>
                <a:cs typeface="Mansalva"/>
                <a:sym typeface="Mansalva"/>
              </a:rPr>
              <a:t>the reason why I Love U</a:t>
            </a:r>
          </a:p>
        </p:txBody>
      </p:sp>
      <p:sp>
        <p:nvSpPr>
          <p:cNvPr name="Freeform 13" id="13"/>
          <p:cNvSpPr/>
          <p:nvPr/>
        </p:nvSpPr>
        <p:spPr>
          <a:xfrm flipH="false" flipV="false" rot="0">
            <a:off x="1567901" y="2298430"/>
            <a:ext cx="4222280" cy="4114800"/>
          </a:xfrm>
          <a:custGeom>
            <a:avLst/>
            <a:gdLst/>
            <a:ahLst/>
            <a:cxnLst/>
            <a:rect r="r" b="b" t="t" l="l"/>
            <a:pathLst>
              <a:path h="4114800" w="4222280">
                <a:moveTo>
                  <a:pt x="0" y="0"/>
                </a:moveTo>
                <a:lnTo>
                  <a:pt x="4222280" y="0"/>
                </a:lnTo>
                <a:lnTo>
                  <a:pt x="422228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34" r="0" b="-34"/>
            </a:stretch>
          </a:blipFill>
        </p:spPr>
      </p:sp>
      <p:sp>
        <p:nvSpPr>
          <p:cNvPr name="Freeform 14" id="14"/>
          <p:cNvSpPr/>
          <p:nvPr/>
        </p:nvSpPr>
        <p:spPr>
          <a:xfrm flipH="false" flipV="false" rot="0">
            <a:off x="7043842" y="2298430"/>
            <a:ext cx="4222280" cy="4114800"/>
          </a:xfrm>
          <a:custGeom>
            <a:avLst/>
            <a:gdLst/>
            <a:ahLst/>
            <a:cxnLst/>
            <a:rect r="r" b="b" t="t" l="l"/>
            <a:pathLst>
              <a:path h="4114800" w="4222280">
                <a:moveTo>
                  <a:pt x="0" y="0"/>
                </a:moveTo>
                <a:lnTo>
                  <a:pt x="4222280" y="0"/>
                </a:lnTo>
                <a:lnTo>
                  <a:pt x="422228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34" r="0" b="-34"/>
            </a:stretch>
          </a:blipFill>
        </p:spPr>
      </p:sp>
      <p:sp>
        <p:nvSpPr>
          <p:cNvPr name="Freeform 15" id="15"/>
          <p:cNvSpPr/>
          <p:nvPr/>
        </p:nvSpPr>
        <p:spPr>
          <a:xfrm flipH="false" flipV="false" rot="0">
            <a:off x="12519784" y="2298430"/>
            <a:ext cx="4222280" cy="4114800"/>
          </a:xfrm>
          <a:custGeom>
            <a:avLst/>
            <a:gdLst/>
            <a:ahLst/>
            <a:cxnLst/>
            <a:rect r="r" b="b" t="t" l="l"/>
            <a:pathLst>
              <a:path h="4114800" w="4222280">
                <a:moveTo>
                  <a:pt x="0" y="0"/>
                </a:moveTo>
                <a:lnTo>
                  <a:pt x="4222280" y="0"/>
                </a:lnTo>
                <a:lnTo>
                  <a:pt x="422228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34" r="0" b="-34"/>
            </a:stretch>
          </a:blipFill>
        </p:spPr>
      </p:sp>
      <p:grpSp>
        <p:nvGrpSpPr>
          <p:cNvPr name="Group 16" id="16"/>
          <p:cNvGrpSpPr/>
          <p:nvPr/>
        </p:nvGrpSpPr>
        <p:grpSpPr>
          <a:xfrm rot="-2544720">
            <a:off x="701230" y="2716625"/>
            <a:ext cx="2817800" cy="605828"/>
            <a:chOff x="0" y="0"/>
            <a:chExt cx="3757066" cy="807771"/>
          </a:xfrm>
        </p:grpSpPr>
        <p:sp>
          <p:nvSpPr>
            <p:cNvPr name="Freeform 17" id="17"/>
            <p:cNvSpPr/>
            <p:nvPr/>
          </p:nvSpPr>
          <p:spPr>
            <a:xfrm flipH="false" flipV="false" rot="0">
              <a:off x="0" y="0"/>
              <a:ext cx="3757041" cy="807720"/>
            </a:xfrm>
            <a:custGeom>
              <a:avLst/>
              <a:gdLst/>
              <a:ahLst/>
              <a:cxnLst/>
              <a:rect r="r" b="b" t="t" l="l"/>
              <a:pathLst>
                <a:path h="807720" w="3757041">
                  <a:moveTo>
                    <a:pt x="0" y="0"/>
                  </a:moveTo>
                  <a:lnTo>
                    <a:pt x="3757041" y="0"/>
                  </a:lnTo>
                  <a:lnTo>
                    <a:pt x="3757041" y="807720"/>
                  </a:lnTo>
                  <a:lnTo>
                    <a:pt x="0" y="807720"/>
                  </a:lnTo>
                  <a:lnTo>
                    <a:pt x="0" y="0"/>
                  </a:lnTo>
                  <a:close/>
                </a:path>
              </a:pathLst>
            </a:custGeom>
            <a:blipFill>
              <a:blip r:embed="rId16"/>
              <a:stretch>
                <a:fillRect l="0" t="-160" r="0" b="-165"/>
              </a:stretch>
            </a:blipFill>
          </p:spPr>
        </p:sp>
      </p:grpSp>
      <p:grpSp>
        <p:nvGrpSpPr>
          <p:cNvPr name="Group 18" id="18"/>
          <p:cNvGrpSpPr/>
          <p:nvPr/>
        </p:nvGrpSpPr>
        <p:grpSpPr>
          <a:xfrm rot="-2544720">
            <a:off x="6223311" y="2716625"/>
            <a:ext cx="2817800" cy="605828"/>
            <a:chOff x="0" y="0"/>
            <a:chExt cx="3757066" cy="807771"/>
          </a:xfrm>
        </p:grpSpPr>
        <p:sp>
          <p:nvSpPr>
            <p:cNvPr name="Freeform 19" id="19"/>
            <p:cNvSpPr/>
            <p:nvPr/>
          </p:nvSpPr>
          <p:spPr>
            <a:xfrm flipH="false" flipV="false" rot="0">
              <a:off x="0" y="0"/>
              <a:ext cx="3757041" cy="807720"/>
            </a:xfrm>
            <a:custGeom>
              <a:avLst/>
              <a:gdLst/>
              <a:ahLst/>
              <a:cxnLst/>
              <a:rect r="r" b="b" t="t" l="l"/>
              <a:pathLst>
                <a:path h="807720" w="3757041">
                  <a:moveTo>
                    <a:pt x="0" y="0"/>
                  </a:moveTo>
                  <a:lnTo>
                    <a:pt x="3757041" y="0"/>
                  </a:lnTo>
                  <a:lnTo>
                    <a:pt x="3757041" y="807720"/>
                  </a:lnTo>
                  <a:lnTo>
                    <a:pt x="0" y="807720"/>
                  </a:lnTo>
                  <a:lnTo>
                    <a:pt x="0" y="0"/>
                  </a:lnTo>
                  <a:close/>
                </a:path>
              </a:pathLst>
            </a:custGeom>
            <a:blipFill>
              <a:blip r:embed="rId16"/>
              <a:stretch>
                <a:fillRect l="0" t="-160" r="0" b="-165"/>
              </a:stretch>
            </a:blipFill>
          </p:spPr>
        </p:sp>
      </p:grpSp>
      <p:grpSp>
        <p:nvGrpSpPr>
          <p:cNvPr name="Group 20" id="20"/>
          <p:cNvGrpSpPr/>
          <p:nvPr/>
        </p:nvGrpSpPr>
        <p:grpSpPr>
          <a:xfrm rot="-2544720">
            <a:off x="11745382" y="2716625"/>
            <a:ext cx="2817800" cy="605828"/>
            <a:chOff x="0" y="0"/>
            <a:chExt cx="3757066" cy="807771"/>
          </a:xfrm>
        </p:grpSpPr>
        <p:sp>
          <p:nvSpPr>
            <p:cNvPr name="Freeform 21" id="21"/>
            <p:cNvSpPr/>
            <p:nvPr/>
          </p:nvSpPr>
          <p:spPr>
            <a:xfrm flipH="false" flipV="false" rot="0">
              <a:off x="0" y="0"/>
              <a:ext cx="3757041" cy="807720"/>
            </a:xfrm>
            <a:custGeom>
              <a:avLst/>
              <a:gdLst/>
              <a:ahLst/>
              <a:cxnLst/>
              <a:rect r="r" b="b" t="t" l="l"/>
              <a:pathLst>
                <a:path h="807720" w="3757041">
                  <a:moveTo>
                    <a:pt x="0" y="0"/>
                  </a:moveTo>
                  <a:lnTo>
                    <a:pt x="3757041" y="0"/>
                  </a:lnTo>
                  <a:lnTo>
                    <a:pt x="3757041" y="807720"/>
                  </a:lnTo>
                  <a:lnTo>
                    <a:pt x="0" y="807720"/>
                  </a:lnTo>
                  <a:lnTo>
                    <a:pt x="0" y="0"/>
                  </a:lnTo>
                  <a:close/>
                </a:path>
              </a:pathLst>
            </a:custGeom>
            <a:blipFill>
              <a:blip r:embed="rId16"/>
              <a:stretch>
                <a:fillRect l="0" t="-160" r="0" b="-165"/>
              </a:stretch>
            </a:blipFill>
          </p:spPr>
        </p:sp>
      </p:grpSp>
      <p:sp>
        <p:nvSpPr>
          <p:cNvPr name="TextBox 22" id="22"/>
          <p:cNvSpPr txBox="true"/>
          <p:nvPr/>
        </p:nvSpPr>
        <p:spPr>
          <a:xfrm rot="0">
            <a:off x="2094334" y="3230112"/>
            <a:ext cx="3169414" cy="2664899"/>
          </a:xfrm>
          <a:prstGeom prst="rect">
            <a:avLst/>
          </a:prstGeom>
        </p:spPr>
        <p:txBody>
          <a:bodyPr anchor="t" rtlCol="false" tIns="0" lIns="0" bIns="0" rIns="0">
            <a:spAutoFit/>
          </a:bodyPr>
          <a:lstStyle/>
          <a:p>
            <a:pPr algn="ctr">
              <a:lnSpc>
                <a:spcPts val="2611"/>
              </a:lnSpc>
            </a:pPr>
            <a:r>
              <a:rPr lang="en-US" sz="1852">
                <a:solidFill>
                  <a:srgbClr val="000000"/>
                </a:solidFill>
                <a:latin typeface="Arimo"/>
                <a:ea typeface="Arimo"/>
                <a:cs typeface="Arimo"/>
                <a:sym typeface="Arimo"/>
              </a:rPr>
              <a:t>I love the way you care about me, the way you make me feel comfortable, and how you always have such a special place in my heart. Even the little things you do sometimes make me smile to myself, xixixixiii.</a:t>
            </a:r>
          </a:p>
        </p:txBody>
      </p:sp>
      <p:sp>
        <p:nvSpPr>
          <p:cNvPr name="TextBox 23" id="23"/>
          <p:cNvSpPr txBox="true"/>
          <p:nvPr/>
        </p:nvSpPr>
        <p:spPr>
          <a:xfrm rot="0">
            <a:off x="7423342" y="3239637"/>
            <a:ext cx="3441316" cy="2438213"/>
          </a:xfrm>
          <a:prstGeom prst="rect">
            <a:avLst/>
          </a:prstGeom>
        </p:spPr>
        <p:txBody>
          <a:bodyPr anchor="t" rtlCol="false" tIns="0" lIns="0" bIns="0" rIns="0">
            <a:spAutoFit/>
          </a:bodyPr>
          <a:lstStyle/>
          <a:p>
            <a:pPr algn="ctr">
              <a:lnSpc>
                <a:spcPts val="2742"/>
              </a:lnSpc>
            </a:pPr>
            <a:r>
              <a:rPr lang="en-US" sz="1945">
                <a:solidFill>
                  <a:srgbClr val="000000"/>
                </a:solidFill>
                <a:latin typeface="Arimo"/>
                <a:ea typeface="Arimo"/>
                <a:cs typeface="Arimo"/>
                <a:sym typeface="Arimo"/>
              </a:rPr>
              <a:t>I don’t know where to start explaining it. All I know is that I love you not because you’re perfect, but simply because you’re you. And somehow, out of all the people in this world, my heart chose you. </a:t>
            </a:r>
          </a:p>
        </p:txBody>
      </p:sp>
      <p:sp>
        <p:nvSpPr>
          <p:cNvPr name="TextBox 24" id="24"/>
          <p:cNvSpPr txBox="true"/>
          <p:nvPr/>
        </p:nvSpPr>
        <p:spPr>
          <a:xfrm rot="0">
            <a:off x="12985617" y="3260137"/>
            <a:ext cx="3290613" cy="2634873"/>
          </a:xfrm>
          <a:prstGeom prst="rect">
            <a:avLst/>
          </a:prstGeom>
        </p:spPr>
        <p:txBody>
          <a:bodyPr anchor="t" rtlCol="false" tIns="0" lIns="0" bIns="0" rIns="0">
            <a:spAutoFit/>
          </a:bodyPr>
          <a:lstStyle/>
          <a:p>
            <a:pPr algn="ctr">
              <a:lnSpc>
                <a:spcPts val="2979"/>
              </a:lnSpc>
            </a:pPr>
            <a:r>
              <a:rPr lang="en-US" sz="2114">
                <a:solidFill>
                  <a:srgbClr val="000000"/>
                </a:solidFill>
                <a:latin typeface="Arimo"/>
                <a:ea typeface="Arimo"/>
                <a:cs typeface="Arimo"/>
                <a:sym typeface="Arimo"/>
              </a:rPr>
              <a:t>I love how you always try to understand me, even when I’m sometimes hard to understand. I love the way you make me feel appreciated, heard, and loved. </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grpSp>
        <p:nvGrpSpPr>
          <p:cNvPr name="Group 2" id="2"/>
          <p:cNvGrpSpPr/>
          <p:nvPr/>
        </p:nvGrpSpPr>
        <p:grpSpPr>
          <a:xfrm rot="0">
            <a:off x="5062185" y="2084222"/>
            <a:ext cx="6758732" cy="8202778"/>
            <a:chOff x="0" y="0"/>
            <a:chExt cx="11754333" cy="14265720"/>
          </a:xfrm>
        </p:grpSpPr>
        <p:sp>
          <p:nvSpPr>
            <p:cNvPr name="Freeform 3" id="3"/>
            <p:cNvSpPr/>
            <p:nvPr/>
          </p:nvSpPr>
          <p:spPr>
            <a:xfrm flipH="false" flipV="false" rot="0">
              <a:off x="0" y="0"/>
              <a:ext cx="11754358" cy="14265783"/>
            </a:xfrm>
            <a:custGeom>
              <a:avLst/>
              <a:gdLst/>
              <a:ahLst/>
              <a:cxnLst/>
              <a:rect r="r" b="b" t="t" l="l"/>
              <a:pathLst>
                <a:path h="14265783" w="11754358">
                  <a:moveTo>
                    <a:pt x="0" y="0"/>
                  </a:moveTo>
                  <a:lnTo>
                    <a:pt x="11754358" y="0"/>
                  </a:lnTo>
                  <a:lnTo>
                    <a:pt x="11754358" y="14265783"/>
                  </a:lnTo>
                  <a:lnTo>
                    <a:pt x="0" y="14265783"/>
                  </a:lnTo>
                  <a:lnTo>
                    <a:pt x="0" y="0"/>
                  </a:lnTo>
                  <a:close/>
                </a:path>
              </a:pathLst>
            </a:custGeom>
            <a:blipFill>
              <a:blip r:embed="rId2"/>
              <a:stretch>
                <a:fillRect l="0" t="-4930" r="0" b="-4930"/>
              </a:stretch>
            </a:blipFill>
          </p:spPr>
        </p:sp>
      </p:grpSp>
      <p:sp>
        <p:nvSpPr>
          <p:cNvPr name="Freeform 4" id="4"/>
          <p:cNvSpPr/>
          <p:nvPr/>
        </p:nvSpPr>
        <p:spPr>
          <a:xfrm flipH="false" flipV="true" rot="-1884000">
            <a:off x="10647455" y="2899267"/>
            <a:ext cx="1823761" cy="515217"/>
          </a:xfrm>
          <a:custGeom>
            <a:avLst/>
            <a:gdLst/>
            <a:ahLst/>
            <a:cxnLst/>
            <a:rect r="r" b="b" t="t" l="l"/>
            <a:pathLst>
              <a:path h="515217" w="1823761">
                <a:moveTo>
                  <a:pt x="0" y="515217"/>
                </a:moveTo>
                <a:lnTo>
                  <a:pt x="1823761" y="515217"/>
                </a:lnTo>
                <a:lnTo>
                  <a:pt x="1823761" y="0"/>
                </a:lnTo>
                <a:lnTo>
                  <a:pt x="0" y="0"/>
                </a:lnTo>
                <a:lnTo>
                  <a:pt x="0" y="515217"/>
                </a:lnTo>
                <a:close/>
              </a:path>
            </a:pathLst>
          </a:custGeom>
          <a:blipFill>
            <a:blip r:embed="rId3">
              <a:extLst>
                <a:ext uri="{96DAC541-7B7A-43D3-8B79-37D633B846F1}">
                  <asvg:svgBlip xmlns:asvg="http://schemas.microsoft.com/office/drawing/2016/SVG/main" r:embed="rId4"/>
                </a:ext>
              </a:extLst>
            </a:blip>
            <a:stretch>
              <a:fillRect l="0" t="-700" r="0" b="-698"/>
            </a:stretch>
          </a:blipFill>
        </p:spPr>
      </p:sp>
      <p:sp>
        <p:nvSpPr>
          <p:cNvPr name="TextBox 5" id="5"/>
          <p:cNvSpPr txBox="true"/>
          <p:nvPr/>
        </p:nvSpPr>
        <p:spPr>
          <a:xfrm rot="0">
            <a:off x="3480177" y="159721"/>
            <a:ext cx="10221583" cy="1566507"/>
          </a:xfrm>
          <a:prstGeom prst="rect">
            <a:avLst/>
          </a:prstGeom>
        </p:spPr>
        <p:txBody>
          <a:bodyPr anchor="t" rtlCol="false" tIns="0" lIns="0" bIns="0" rIns="0">
            <a:spAutoFit/>
          </a:bodyPr>
          <a:lstStyle/>
          <a:p>
            <a:pPr algn="ctr">
              <a:lnSpc>
                <a:spcPts val="12880"/>
              </a:lnSpc>
            </a:pPr>
            <a:r>
              <a:rPr lang="en-US" sz="9200">
                <a:solidFill>
                  <a:srgbClr val="FFFEFD"/>
                </a:solidFill>
                <a:latin typeface="Mansalva"/>
                <a:ea typeface="Mansalva"/>
                <a:cs typeface="Mansalva"/>
                <a:sym typeface="Mansalva"/>
              </a:rPr>
              <a:t>my love?</a:t>
            </a:r>
          </a:p>
        </p:txBody>
      </p:sp>
      <p:sp>
        <p:nvSpPr>
          <p:cNvPr name="Freeform 6" id="6"/>
          <p:cNvSpPr/>
          <p:nvPr/>
        </p:nvSpPr>
        <p:spPr>
          <a:xfrm flipH="false" flipV="false" rot="9426660">
            <a:off x="-2254082" y="-1267358"/>
            <a:ext cx="7315200" cy="3584448"/>
          </a:xfrm>
          <a:custGeom>
            <a:avLst/>
            <a:gdLst/>
            <a:ahLst/>
            <a:cxnLst/>
            <a:rect r="r" b="b" t="t" l="l"/>
            <a:pathLst>
              <a:path h="3584448" w="7315200">
                <a:moveTo>
                  <a:pt x="0" y="0"/>
                </a:moveTo>
                <a:lnTo>
                  <a:pt x="7315200" y="0"/>
                </a:lnTo>
                <a:lnTo>
                  <a:pt x="7315200" y="3584448"/>
                </a:lnTo>
                <a:lnTo>
                  <a:pt x="0" y="3584448"/>
                </a:lnTo>
                <a:lnTo>
                  <a:pt x="0" y="0"/>
                </a:lnTo>
                <a:close/>
              </a:path>
            </a:pathLst>
          </a:custGeom>
          <a:blipFill>
            <a:blip r:embed="rId5">
              <a:extLst>
                <a:ext uri="{96DAC541-7B7A-43D3-8B79-37D633B846F1}">
                  <asvg:svgBlip xmlns:asvg="http://schemas.microsoft.com/office/drawing/2016/SVG/main" r:embed="rId6"/>
                </a:ext>
              </a:extLst>
            </a:blip>
            <a:stretch>
              <a:fillRect l="0" t="-223" r="0" b="-223"/>
            </a:stretch>
          </a:blipFill>
        </p:spPr>
      </p:sp>
      <p:sp>
        <p:nvSpPr>
          <p:cNvPr name="Freeform 7" id="7"/>
          <p:cNvSpPr/>
          <p:nvPr/>
        </p:nvSpPr>
        <p:spPr>
          <a:xfrm flipH="false" flipV="false" rot="-3047880">
            <a:off x="13744804" y="6931562"/>
            <a:ext cx="7315200" cy="3584448"/>
          </a:xfrm>
          <a:custGeom>
            <a:avLst/>
            <a:gdLst/>
            <a:ahLst/>
            <a:cxnLst/>
            <a:rect r="r" b="b" t="t" l="l"/>
            <a:pathLst>
              <a:path h="3584448" w="7315200">
                <a:moveTo>
                  <a:pt x="0" y="0"/>
                </a:moveTo>
                <a:lnTo>
                  <a:pt x="7315200" y="0"/>
                </a:lnTo>
                <a:lnTo>
                  <a:pt x="7315200" y="3584448"/>
                </a:lnTo>
                <a:lnTo>
                  <a:pt x="0" y="3584448"/>
                </a:lnTo>
                <a:lnTo>
                  <a:pt x="0" y="0"/>
                </a:lnTo>
                <a:close/>
              </a:path>
            </a:pathLst>
          </a:custGeom>
          <a:blipFill>
            <a:blip r:embed="rId5">
              <a:extLst>
                <a:ext uri="{96DAC541-7B7A-43D3-8B79-37D633B846F1}">
                  <asvg:svgBlip xmlns:asvg="http://schemas.microsoft.com/office/drawing/2016/SVG/main" r:embed="rId6"/>
                </a:ext>
              </a:extLst>
            </a:blip>
            <a:stretch>
              <a:fillRect l="0" t="-157" r="0" b="-157"/>
            </a:stretch>
          </a:blipFill>
        </p:spPr>
      </p:sp>
      <p:sp>
        <p:nvSpPr>
          <p:cNvPr name="TextBox 8" id="8"/>
          <p:cNvSpPr txBox="true"/>
          <p:nvPr/>
        </p:nvSpPr>
        <p:spPr>
          <a:xfrm rot="0">
            <a:off x="12732068" y="1611944"/>
            <a:ext cx="4527232" cy="3678758"/>
          </a:xfrm>
          <a:prstGeom prst="rect">
            <a:avLst/>
          </a:prstGeom>
        </p:spPr>
        <p:txBody>
          <a:bodyPr anchor="t" rtlCol="false" tIns="0" lIns="0" bIns="0" rIns="0">
            <a:spAutoFit/>
          </a:bodyPr>
          <a:lstStyle/>
          <a:p>
            <a:pPr algn="l" marL="709575" indent="-236525" lvl="2">
              <a:lnSpc>
                <a:spcPts val="4198"/>
              </a:lnSpc>
              <a:buFont typeface="Arial"/>
              <a:buChar char="⚬"/>
            </a:pPr>
            <a:r>
              <a:rPr lang="en-US" sz="3200">
                <a:solidFill>
                  <a:srgbClr val="FFFFFF"/>
                </a:solidFill>
                <a:latin typeface="Arimo"/>
                <a:ea typeface="Arimo"/>
                <a:cs typeface="Arimo"/>
                <a:sym typeface="Arimo"/>
              </a:rPr>
              <a:t>She’s my beautiful girlfriend.</a:t>
            </a:r>
          </a:p>
          <a:p>
            <a:pPr algn="l" marL="709575" indent="-236525" lvl="2">
              <a:lnSpc>
                <a:spcPts val="4198"/>
              </a:lnSpc>
              <a:buFont typeface="Arial"/>
              <a:buChar char="⚬"/>
            </a:pPr>
            <a:r>
              <a:rPr lang="en-US" sz="3200">
                <a:solidFill>
                  <a:srgbClr val="FFFFFF"/>
                </a:solidFill>
                <a:latin typeface="Arimo"/>
                <a:ea typeface="Arimo"/>
                <a:cs typeface="Arimo"/>
                <a:sym typeface="Arimo"/>
              </a:rPr>
              <a:t>She’s the person I love the most.</a:t>
            </a:r>
          </a:p>
          <a:p>
            <a:pPr algn="l" marL="709575" indent="-236525" lvl="2">
              <a:lnSpc>
                <a:spcPts val="4198"/>
              </a:lnSpc>
              <a:buFont typeface="Arial"/>
              <a:buChar char="⚬"/>
            </a:pPr>
            <a:r>
              <a:rPr lang="en-US" sz="3200">
                <a:solidFill>
                  <a:srgbClr val="FFFFFF"/>
                </a:solidFill>
                <a:latin typeface="Arimo"/>
                <a:ea typeface="Arimo"/>
                <a:cs typeface="Arimo"/>
                <a:sym typeface="Arimo"/>
              </a:rPr>
              <a:t>She’s the one who always makes me smile.</a:t>
            </a:r>
          </a:p>
        </p:txBody>
      </p:sp>
      <p:sp>
        <p:nvSpPr>
          <p:cNvPr name="Freeform 9" id="9"/>
          <p:cNvSpPr/>
          <p:nvPr/>
        </p:nvSpPr>
        <p:spPr>
          <a:xfrm flipH="true" flipV="true" rot="-1379820">
            <a:off x="4828775" y="4009520"/>
            <a:ext cx="1823761" cy="515217"/>
          </a:xfrm>
          <a:custGeom>
            <a:avLst/>
            <a:gdLst/>
            <a:ahLst/>
            <a:cxnLst/>
            <a:rect r="r" b="b" t="t" l="l"/>
            <a:pathLst>
              <a:path h="515217" w="1823761">
                <a:moveTo>
                  <a:pt x="1823761" y="515217"/>
                </a:moveTo>
                <a:lnTo>
                  <a:pt x="0" y="515217"/>
                </a:lnTo>
                <a:lnTo>
                  <a:pt x="0" y="0"/>
                </a:lnTo>
                <a:lnTo>
                  <a:pt x="1823761" y="0"/>
                </a:lnTo>
                <a:lnTo>
                  <a:pt x="1823761" y="515217"/>
                </a:lnTo>
                <a:close/>
              </a:path>
            </a:pathLst>
          </a:custGeom>
          <a:blipFill>
            <a:blip r:embed="rId3">
              <a:extLst>
                <a:ext uri="{96DAC541-7B7A-43D3-8B79-37D633B846F1}">
                  <asvg:svgBlip xmlns:asvg="http://schemas.microsoft.com/office/drawing/2016/SVG/main" r:embed="rId4"/>
                </a:ext>
              </a:extLst>
            </a:blip>
            <a:stretch>
              <a:fillRect l="0" t="-700" r="0" b="-698"/>
            </a:stretch>
          </a:blipFill>
        </p:spPr>
      </p:sp>
      <p:sp>
        <p:nvSpPr>
          <p:cNvPr name="TextBox 10" id="10"/>
          <p:cNvSpPr txBox="true"/>
          <p:nvPr/>
        </p:nvSpPr>
        <p:spPr>
          <a:xfrm rot="0">
            <a:off x="534953" y="4838376"/>
            <a:ext cx="4527232" cy="3678758"/>
          </a:xfrm>
          <a:prstGeom prst="rect">
            <a:avLst/>
          </a:prstGeom>
        </p:spPr>
        <p:txBody>
          <a:bodyPr anchor="t" rtlCol="false" tIns="0" lIns="0" bIns="0" rIns="0">
            <a:spAutoFit/>
          </a:bodyPr>
          <a:lstStyle/>
          <a:p>
            <a:pPr algn="l" marL="709575" indent="-236525" lvl="2">
              <a:lnSpc>
                <a:spcPts val="4198"/>
              </a:lnSpc>
              <a:buFont typeface="Arial"/>
              <a:buChar char="⚬"/>
            </a:pPr>
            <a:r>
              <a:rPr lang="en-US" sz="3200">
                <a:solidFill>
                  <a:srgbClr val="FFFFFF"/>
                </a:solidFill>
                <a:latin typeface="Arimo"/>
                <a:ea typeface="Arimo"/>
                <a:cs typeface="Arimo"/>
                <a:sym typeface="Arimo"/>
              </a:rPr>
              <a:t>She’s not perfect, but she’s perfect for me.</a:t>
            </a:r>
          </a:p>
          <a:p>
            <a:pPr algn="l" marL="709575" indent="-236525" lvl="2">
              <a:lnSpc>
                <a:spcPts val="4198"/>
              </a:lnSpc>
              <a:buFont typeface="Arial"/>
              <a:buChar char="⚬"/>
            </a:pPr>
            <a:r>
              <a:rPr lang="en-US" sz="3200">
                <a:solidFill>
                  <a:srgbClr val="FFFFFF"/>
                </a:solidFill>
                <a:latin typeface="Arimo"/>
                <a:ea typeface="Arimo"/>
                <a:cs typeface="Arimo"/>
                <a:sym typeface="Arimo"/>
              </a:rPr>
              <a:t>She’s my safest place.</a:t>
            </a:r>
          </a:p>
          <a:p>
            <a:pPr algn="l" marL="709575" indent="-236525" lvl="2">
              <a:lnSpc>
                <a:spcPts val="4198"/>
              </a:lnSpc>
              <a:buFont typeface="Arial"/>
              <a:buChar char="⚬"/>
            </a:pPr>
            <a:r>
              <a:rPr lang="en-US" sz="3200">
                <a:solidFill>
                  <a:srgbClr val="FFFFFF"/>
                </a:solidFill>
                <a:latin typeface="Arimo"/>
                <a:ea typeface="Arimo"/>
                <a:cs typeface="Arimo"/>
                <a:sym typeface="Arimo"/>
              </a:rPr>
              <a:t>She’s my favorite person.</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sp>
        <p:nvSpPr>
          <p:cNvPr name="Freeform 2" id="2"/>
          <p:cNvSpPr/>
          <p:nvPr/>
        </p:nvSpPr>
        <p:spPr>
          <a:xfrm flipH="false" flipV="false" rot="1070820">
            <a:off x="13752795" y="8878157"/>
            <a:ext cx="1219600" cy="867442"/>
          </a:xfrm>
          <a:custGeom>
            <a:avLst/>
            <a:gdLst/>
            <a:ahLst/>
            <a:cxnLst/>
            <a:rect r="r" b="b" t="t" l="l"/>
            <a:pathLst>
              <a:path h="867442" w="1219600">
                <a:moveTo>
                  <a:pt x="0" y="0"/>
                </a:moveTo>
                <a:lnTo>
                  <a:pt x="1219600" y="0"/>
                </a:lnTo>
                <a:lnTo>
                  <a:pt x="1219600" y="867442"/>
                </a:lnTo>
                <a:lnTo>
                  <a:pt x="0" y="867442"/>
                </a:lnTo>
                <a:lnTo>
                  <a:pt x="0" y="0"/>
                </a:lnTo>
                <a:close/>
              </a:path>
            </a:pathLst>
          </a:custGeom>
          <a:blipFill>
            <a:blip r:embed="rId2">
              <a:extLst>
                <a:ext uri="{96DAC541-7B7A-43D3-8B79-37D633B846F1}">
                  <asvg:svgBlip xmlns:asvg="http://schemas.microsoft.com/office/drawing/2016/SVG/main" r:embed="rId3"/>
                </a:ext>
              </a:extLst>
            </a:blip>
            <a:stretch>
              <a:fillRect l="0" t="-135" r="0" b="-136"/>
            </a:stretch>
          </a:blipFill>
        </p:spPr>
      </p:sp>
      <p:sp>
        <p:nvSpPr>
          <p:cNvPr name="Freeform 3" id="3"/>
          <p:cNvSpPr/>
          <p:nvPr/>
        </p:nvSpPr>
        <p:spPr>
          <a:xfrm flipH="false" flipV="false" rot="-687120">
            <a:off x="3348676" y="8278425"/>
            <a:ext cx="1219600" cy="867442"/>
          </a:xfrm>
          <a:custGeom>
            <a:avLst/>
            <a:gdLst/>
            <a:ahLst/>
            <a:cxnLst/>
            <a:rect r="r" b="b" t="t" l="l"/>
            <a:pathLst>
              <a:path h="867442" w="1219600">
                <a:moveTo>
                  <a:pt x="0" y="0"/>
                </a:moveTo>
                <a:lnTo>
                  <a:pt x="1219600" y="0"/>
                </a:lnTo>
                <a:lnTo>
                  <a:pt x="1219600" y="867442"/>
                </a:lnTo>
                <a:lnTo>
                  <a:pt x="0" y="867442"/>
                </a:lnTo>
                <a:lnTo>
                  <a:pt x="0" y="0"/>
                </a:lnTo>
                <a:close/>
              </a:path>
            </a:pathLst>
          </a:custGeom>
          <a:blipFill>
            <a:blip r:embed="rId2">
              <a:extLst>
                <a:ext uri="{96DAC541-7B7A-43D3-8B79-37D633B846F1}">
                  <asvg:svgBlip xmlns:asvg="http://schemas.microsoft.com/office/drawing/2016/SVG/main" r:embed="rId3"/>
                </a:ext>
              </a:extLst>
            </a:blip>
            <a:stretch>
              <a:fillRect l="0" t="-135" r="0" b="-136"/>
            </a:stretch>
          </a:blipFill>
        </p:spPr>
      </p:sp>
      <p:sp>
        <p:nvSpPr>
          <p:cNvPr name="Freeform 4" id="4"/>
          <p:cNvSpPr/>
          <p:nvPr/>
        </p:nvSpPr>
        <p:spPr>
          <a:xfrm flipH="false" flipV="false" rot="0">
            <a:off x="6200975" y="6622933"/>
            <a:ext cx="5886050" cy="3664067"/>
          </a:xfrm>
          <a:custGeom>
            <a:avLst/>
            <a:gdLst/>
            <a:ahLst/>
            <a:cxnLst/>
            <a:rect r="r" b="b" t="t" l="l"/>
            <a:pathLst>
              <a:path h="3664067" w="5886050">
                <a:moveTo>
                  <a:pt x="0" y="0"/>
                </a:moveTo>
                <a:lnTo>
                  <a:pt x="5886050" y="0"/>
                </a:lnTo>
                <a:lnTo>
                  <a:pt x="5886050" y="3664067"/>
                </a:lnTo>
                <a:lnTo>
                  <a:pt x="0" y="3664067"/>
                </a:lnTo>
                <a:lnTo>
                  <a:pt x="0" y="0"/>
                </a:lnTo>
                <a:close/>
              </a:path>
            </a:pathLst>
          </a:custGeom>
          <a:blipFill>
            <a:blip r:embed="rId4">
              <a:extLst>
                <a:ext uri="{96DAC541-7B7A-43D3-8B79-37D633B846F1}">
                  <asvg:svgBlip xmlns:asvg="http://schemas.microsoft.com/office/drawing/2016/SVG/main" r:embed="rId5"/>
                </a:ext>
              </a:extLst>
            </a:blip>
            <a:stretch>
              <a:fillRect l="0" t="-38" r="0" b="-38"/>
            </a:stretch>
          </a:blipFill>
        </p:spPr>
      </p:sp>
      <p:sp>
        <p:nvSpPr>
          <p:cNvPr name="Freeform 5" id="5"/>
          <p:cNvSpPr/>
          <p:nvPr/>
        </p:nvSpPr>
        <p:spPr>
          <a:xfrm flipH="false" flipV="false" rot="0">
            <a:off x="1028700" y="2870464"/>
            <a:ext cx="3894163" cy="4545159"/>
          </a:xfrm>
          <a:custGeom>
            <a:avLst/>
            <a:gdLst/>
            <a:ahLst/>
            <a:cxnLst/>
            <a:rect r="r" b="b" t="t" l="l"/>
            <a:pathLst>
              <a:path h="4545159" w="3894163">
                <a:moveTo>
                  <a:pt x="0" y="0"/>
                </a:moveTo>
                <a:lnTo>
                  <a:pt x="3894163" y="0"/>
                </a:lnTo>
                <a:lnTo>
                  <a:pt x="3894163" y="4545158"/>
                </a:lnTo>
                <a:lnTo>
                  <a:pt x="0" y="4545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205998" y="3081404"/>
            <a:ext cx="3500476" cy="3360449"/>
            <a:chOff x="0" y="0"/>
            <a:chExt cx="4667301" cy="4480598"/>
          </a:xfrm>
        </p:grpSpPr>
        <p:sp>
          <p:nvSpPr>
            <p:cNvPr name="Freeform 7" id="7"/>
            <p:cNvSpPr/>
            <p:nvPr/>
          </p:nvSpPr>
          <p:spPr>
            <a:xfrm flipH="false" flipV="false" rot="0">
              <a:off x="0" y="0"/>
              <a:ext cx="4667250" cy="4480560"/>
            </a:xfrm>
            <a:custGeom>
              <a:avLst/>
              <a:gdLst/>
              <a:ahLst/>
              <a:cxnLst/>
              <a:rect r="r" b="b" t="t" l="l"/>
              <a:pathLst>
                <a:path h="4480560" w="4667250">
                  <a:moveTo>
                    <a:pt x="4649089" y="0"/>
                  </a:moveTo>
                  <a:lnTo>
                    <a:pt x="18161" y="0"/>
                  </a:lnTo>
                  <a:cubicBezTo>
                    <a:pt x="8509" y="0"/>
                    <a:pt x="0" y="8509"/>
                    <a:pt x="0" y="18161"/>
                  </a:cubicBezTo>
                  <a:lnTo>
                    <a:pt x="0" y="4462399"/>
                  </a:lnTo>
                  <a:cubicBezTo>
                    <a:pt x="0" y="4473321"/>
                    <a:pt x="8509" y="4480560"/>
                    <a:pt x="18161" y="4480560"/>
                  </a:cubicBezTo>
                  <a:lnTo>
                    <a:pt x="4649089" y="4480560"/>
                  </a:lnTo>
                  <a:cubicBezTo>
                    <a:pt x="4658741" y="4480560"/>
                    <a:pt x="4667250" y="4472051"/>
                    <a:pt x="4667250" y="4462399"/>
                  </a:cubicBezTo>
                  <a:lnTo>
                    <a:pt x="4667250" y="19431"/>
                  </a:lnTo>
                  <a:cubicBezTo>
                    <a:pt x="4667250" y="8509"/>
                    <a:pt x="4660011" y="0"/>
                    <a:pt x="4649089" y="0"/>
                  </a:cubicBezTo>
                  <a:close/>
                </a:path>
              </a:pathLst>
            </a:custGeom>
            <a:blipFill>
              <a:blip r:embed="rId8"/>
              <a:stretch>
                <a:fillRect l="0" t="-42592" r="0" b="-42592"/>
              </a:stretch>
            </a:blipFill>
          </p:spPr>
        </p:sp>
      </p:grpSp>
      <p:grpSp>
        <p:nvGrpSpPr>
          <p:cNvPr name="Group 8" id="8"/>
          <p:cNvGrpSpPr/>
          <p:nvPr/>
        </p:nvGrpSpPr>
        <p:grpSpPr>
          <a:xfrm rot="0">
            <a:off x="1770821" y="716175"/>
            <a:ext cx="2429008" cy="2622404"/>
            <a:chOff x="0" y="0"/>
            <a:chExt cx="3238678" cy="3496539"/>
          </a:xfrm>
        </p:grpSpPr>
        <p:sp>
          <p:nvSpPr>
            <p:cNvPr name="Freeform 9" id="9"/>
            <p:cNvSpPr/>
            <p:nvPr/>
          </p:nvSpPr>
          <p:spPr>
            <a:xfrm flipH="false" flipV="false" rot="0">
              <a:off x="0" y="0"/>
              <a:ext cx="3238627" cy="3496564"/>
            </a:xfrm>
            <a:custGeom>
              <a:avLst/>
              <a:gdLst/>
              <a:ahLst/>
              <a:cxnLst/>
              <a:rect r="r" b="b" t="t" l="l"/>
              <a:pathLst>
                <a:path h="3496564" w="3238627">
                  <a:moveTo>
                    <a:pt x="0" y="0"/>
                  </a:moveTo>
                  <a:lnTo>
                    <a:pt x="3238627" y="0"/>
                  </a:lnTo>
                  <a:lnTo>
                    <a:pt x="3238627" y="3496564"/>
                  </a:lnTo>
                  <a:lnTo>
                    <a:pt x="0" y="3496564"/>
                  </a:lnTo>
                  <a:lnTo>
                    <a:pt x="0" y="0"/>
                  </a:lnTo>
                  <a:close/>
                </a:path>
              </a:pathLst>
            </a:custGeom>
            <a:blipFill>
              <a:blip r:embed="rId9"/>
              <a:stretch>
                <a:fillRect l="0" t="0" r="-2" b="0"/>
              </a:stretch>
            </a:blipFill>
          </p:spPr>
        </p:sp>
      </p:grpSp>
      <p:sp>
        <p:nvSpPr>
          <p:cNvPr name="Freeform 10" id="10"/>
          <p:cNvSpPr/>
          <p:nvPr/>
        </p:nvSpPr>
        <p:spPr>
          <a:xfrm flipH="false" flipV="false" rot="0">
            <a:off x="13346049" y="2870464"/>
            <a:ext cx="3894163" cy="4545159"/>
          </a:xfrm>
          <a:custGeom>
            <a:avLst/>
            <a:gdLst/>
            <a:ahLst/>
            <a:cxnLst/>
            <a:rect r="r" b="b" t="t" l="l"/>
            <a:pathLst>
              <a:path h="4545159" w="3894163">
                <a:moveTo>
                  <a:pt x="0" y="0"/>
                </a:moveTo>
                <a:lnTo>
                  <a:pt x="3894163" y="0"/>
                </a:lnTo>
                <a:lnTo>
                  <a:pt x="3894163" y="4545158"/>
                </a:lnTo>
                <a:lnTo>
                  <a:pt x="0" y="4545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13523338" y="3081404"/>
            <a:ext cx="3500476" cy="3360449"/>
            <a:chOff x="0" y="0"/>
            <a:chExt cx="4667301" cy="4480598"/>
          </a:xfrm>
        </p:grpSpPr>
        <p:sp>
          <p:nvSpPr>
            <p:cNvPr name="Freeform 12" id="12"/>
            <p:cNvSpPr/>
            <p:nvPr/>
          </p:nvSpPr>
          <p:spPr>
            <a:xfrm flipH="false" flipV="false" rot="0">
              <a:off x="0" y="0"/>
              <a:ext cx="4667250" cy="4480560"/>
            </a:xfrm>
            <a:custGeom>
              <a:avLst/>
              <a:gdLst/>
              <a:ahLst/>
              <a:cxnLst/>
              <a:rect r="r" b="b" t="t" l="l"/>
              <a:pathLst>
                <a:path h="4480560" w="4667250">
                  <a:moveTo>
                    <a:pt x="4649089" y="0"/>
                  </a:moveTo>
                  <a:lnTo>
                    <a:pt x="18161" y="0"/>
                  </a:lnTo>
                  <a:cubicBezTo>
                    <a:pt x="8509" y="0"/>
                    <a:pt x="0" y="8509"/>
                    <a:pt x="0" y="18161"/>
                  </a:cubicBezTo>
                  <a:lnTo>
                    <a:pt x="0" y="4462399"/>
                  </a:lnTo>
                  <a:cubicBezTo>
                    <a:pt x="0" y="4473321"/>
                    <a:pt x="8509" y="4480560"/>
                    <a:pt x="18161" y="4480560"/>
                  </a:cubicBezTo>
                  <a:lnTo>
                    <a:pt x="4649089" y="4480560"/>
                  </a:lnTo>
                  <a:cubicBezTo>
                    <a:pt x="4658741" y="4480560"/>
                    <a:pt x="4667250" y="4472051"/>
                    <a:pt x="4667250" y="4462399"/>
                  </a:cubicBezTo>
                  <a:lnTo>
                    <a:pt x="4667250" y="19431"/>
                  </a:lnTo>
                  <a:cubicBezTo>
                    <a:pt x="4667250" y="8509"/>
                    <a:pt x="4660011" y="0"/>
                    <a:pt x="4649089" y="0"/>
                  </a:cubicBezTo>
                  <a:close/>
                </a:path>
              </a:pathLst>
            </a:custGeom>
            <a:blipFill>
              <a:blip r:embed="rId10"/>
              <a:stretch>
                <a:fillRect l="0" t="-42387" r="0" b="-42387"/>
              </a:stretch>
            </a:blipFill>
          </p:spPr>
        </p:sp>
      </p:grpSp>
      <p:grpSp>
        <p:nvGrpSpPr>
          <p:cNvPr name="Group 13" id="13"/>
          <p:cNvGrpSpPr/>
          <p:nvPr/>
        </p:nvGrpSpPr>
        <p:grpSpPr>
          <a:xfrm rot="0">
            <a:off x="16109728" y="5079883"/>
            <a:ext cx="2299144" cy="3086100"/>
            <a:chOff x="0" y="0"/>
            <a:chExt cx="3065526" cy="4114800"/>
          </a:xfrm>
        </p:grpSpPr>
        <p:sp>
          <p:nvSpPr>
            <p:cNvPr name="Freeform 14" id="14"/>
            <p:cNvSpPr/>
            <p:nvPr/>
          </p:nvSpPr>
          <p:spPr>
            <a:xfrm flipH="false" flipV="false" rot="0">
              <a:off x="0" y="0"/>
              <a:ext cx="3065526" cy="4114800"/>
            </a:xfrm>
            <a:custGeom>
              <a:avLst/>
              <a:gdLst/>
              <a:ahLst/>
              <a:cxnLst/>
              <a:rect r="r" b="b" t="t" l="l"/>
              <a:pathLst>
                <a:path h="4114800" w="3065526">
                  <a:moveTo>
                    <a:pt x="0" y="0"/>
                  </a:moveTo>
                  <a:lnTo>
                    <a:pt x="3065526" y="0"/>
                  </a:lnTo>
                  <a:lnTo>
                    <a:pt x="3065526" y="4114800"/>
                  </a:lnTo>
                  <a:lnTo>
                    <a:pt x="0" y="4114800"/>
                  </a:lnTo>
                  <a:lnTo>
                    <a:pt x="0" y="0"/>
                  </a:lnTo>
                  <a:close/>
                </a:path>
              </a:pathLst>
            </a:custGeom>
            <a:blipFill>
              <a:blip r:embed="rId11"/>
              <a:stretch>
                <a:fillRect l="-81" t="0" r="-82" b="0"/>
              </a:stretch>
            </a:blipFill>
          </p:spPr>
        </p:sp>
      </p:grpSp>
      <p:sp>
        <p:nvSpPr>
          <p:cNvPr name="Freeform 15" id="15"/>
          <p:cNvSpPr/>
          <p:nvPr/>
        </p:nvSpPr>
        <p:spPr>
          <a:xfrm flipH="false" flipV="false" rot="-9577560">
            <a:off x="13976718" y="-1062971"/>
            <a:ext cx="6063129" cy="2970933"/>
          </a:xfrm>
          <a:custGeom>
            <a:avLst/>
            <a:gdLst/>
            <a:ahLst/>
            <a:cxnLst/>
            <a:rect r="r" b="b" t="t" l="l"/>
            <a:pathLst>
              <a:path h="2970933" w="6063129">
                <a:moveTo>
                  <a:pt x="0" y="0"/>
                </a:moveTo>
                <a:lnTo>
                  <a:pt x="6063130" y="0"/>
                </a:lnTo>
                <a:lnTo>
                  <a:pt x="6063130" y="2970933"/>
                </a:lnTo>
                <a:lnTo>
                  <a:pt x="0" y="2970933"/>
                </a:lnTo>
                <a:lnTo>
                  <a:pt x="0" y="0"/>
                </a:lnTo>
                <a:close/>
              </a:path>
            </a:pathLst>
          </a:custGeom>
          <a:blipFill>
            <a:blip r:embed="rId12">
              <a:extLst>
                <a:ext uri="{96DAC541-7B7A-43D3-8B79-37D633B846F1}">
                  <asvg:svgBlip xmlns:asvg="http://schemas.microsoft.com/office/drawing/2016/SVG/main" r:embed="rId13"/>
                </a:ext>
              </a:extLst>
            </a:blip>
            <a:stretch>
              <a:fillRect l="0" t="-139" r="0" b="-139"/>
            </a:stretch>
          </a:blipFill>
        </p:spPr>
      </p:sp>
      <p:sp>
        <p:nvSpPr>
          <p:cNvPr name="Freeform 16" id="16"/>
          <p:cNvSpPr/>
          <p:nvPr/>
        </p:nvSpPr>
        <p:spPr>
          <a:xfrm flipH="false" flipV="false" rot="-8100000">
            <a:off x="-2592276" y="8331489"/>
            <a:ext cx="6063129" cy="2970933"/>
          </a:xfrm>
          <a:custGeom>
            <a:avLst/>
            <a:gdLst/>
            <a:ahLst/>
            <a:cxnLst/>
            <a:rect r="r" b="b" t="t" l="l"/>
            <a:pathLst>
              <a:path h="2970933" w="6063129">
                <a:moveTo>
                  <a:pt x="0" y="0"/>
                </a:moveTo>
                <a:lnTo>
                  <a:pt x="6063129" y="0"/>
                </a:lnTo>
                <a:lnTo>
                  <a:pt x="6063129" y="2970933"/>
                </a:lnTo>
                <a:lnTo>
                  <a:pt x="0" y="2970933"/>
                </a:lnTo>
                <a:lnTo>
                  <a:pt x="0" y="0"/>
                </a:lnTo>
                <a:close/>
              </a:path>
            </a:pathLst>
          </a:custGeom>
          <a:blipFill>
            <a:blip r:embed="rId12">
              <a:extLst>
                <a:ext uri="{96DAC541-7B7A-43D3-8B79-37D633B846F1}">
                  <asvg:svgBlip xmlns:asvg="http://schemas.microsoft.com/office/drawing/2016/SVG/main" r:embed="rId13"/>
                </a:ext>
              </a:extLst>
            </a:blip>
            <a:stretch>
              <a:fillRect l="0" t="-139" r="0" b="-139"/>
            </a:stretch>
          </a:blipFill>
        </p:spPr>
      </p:sp>
      <p:sp>
        <p:nvSpPr>
          <p:cNvPr name="TextBox 17" id="17"/>
          <p:cNvSpPr txBox="true"/>
          <p:nvPr/>
        </p:nvSpPr>
        <p:spPr>
          <a:xfrm rot="0">
            <a:off x="5045289" y="2609627"/>
            <a:ext cx="8178335" cy="5048696"/>
          </a:xfrm>
          <a:prstGeom prst="rect">
            <a:avLst/>
          </a:prstGeom>
        </p:spPr>
        <p:txBody>
          <a:bodyPr anchor="t" rtlCol="false" tIns="0" lIns="0" bIns="0" rIns="0">
            <a:spAutoFit/>
          </a:bodyPr>
          <a:lstStyle/>
          <a:p>
            <a:pPr algn="ctr">
              <a:lnSpc>
                <a:spcPts val="3359"/>
              </a:lnSpc>
            </a:pPr>
            <a:r>
              <a:rPr lang="en-US" sz="2799">
                <a:solidFill>
                  <a:srgbClr val="FFFFFF"/>
                </a:solidFill>
                <a:latin typeface="Arimo"/>
                <a:ea typeface="Arimo"/>
                <a:cs typeface="Arimo"/>
                <a:sym typeface="Arimo"/>
              </a:rPr>
              <a:t>I hope we’ll always be together, my love.</a:t>
            </a:r>
          </a:p>
          <a:p>
            <a:pPr algn="ctr">
              <a:lnSpc>
                <a:spcPts val="3359"/>
              </a:lnSpc>
            </a:pPr>
            <a:r>
              <a:rPr lang="en-US" sz="2799">
                <a:solidFill>
                  <a:srgbClr val="FFFFFF"/>
                </a:solidFill>
                <a:latin typeface="Arimo"/>
                <a:ea typeface="Arimo"/>
                <a:cs typeface="Arimo"/>
                <a:sym typeface="Arimo"/>
              </a:rPr>
              <a:t>Whatever we go through, I hope we’ll keep holding on to each other and never give up easily. When problems come, I hope we’ll always choose to talk things out and work through them together instead of walking away.</a:t>
            </a:r>
          </a:p>
          <a:p>
            <a:pPr algn="ctr">
              <a:lnSpc>
                <a:spcPts val="3359"/>
              </a:lnSpc>
            </a:pPr>
            <a:r>
              <a:rPr lang="en-US" sz="2799">
                <a:solidFill>
                  <a:srgbClr val="FFFFFF"/>
                </a:solidFill>
                <a:latin typeface="Arimo"/>
                <a:ea typeface="Arimo"/>
                <a:cs typeface="Arimo"/>
                <a:sym typeface="Arimo"/>
              </a:rPr>
              <a:t>I want us to keep making memories, laughing together, growing together, and being there for each other for as long as we can. I hope it’s not just for now, but that one day we can look back and say, “We’re still together after everything we’ve been through.”</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sp>
        <p:nvSpPr>
          <p:cNvPr name="Freeform 2" id="2"/>
          <p:cNvSpPr/>
          <p:nvPr/>
        </p:nvSpPr>
        <p:spPr>
          <a:xfrm flipH="false" flipV="false" rot="-2113140">
            <a:off x="-3422742" y="-1258767"/>
            <a:ext cx="7746921" cy="3795989"/>
          </a:xfrm>
          <a:custGeom>
            <a:avLst/>
            <a:gdLst/>
            <a:ahLst/>
            <a:cxnLst/>
            <a:rect r="r" b="b" t="t" l="l"/>
            <a:pathLst>
              <a:path h="3795989" w="7746921">
                <a:moveTo>
                  <a:pt x="0" y="0"/>
                </a:moveTo>
                <a:lnTo>
                  <a:pt x="7746921" y="0"/>
                </a:lnTo>
                <a:lnTo>
                  <a:pt x="7746921" y="3795989"/>
                </a:lnTo>
                <a:lnTo>
                  <a:pt x="0" y="3795989"/>
                </a:lnTo>
                <a:lnTo>
                  <a:pt x="0" y="0"/>
                </a:lnTo>
                <a:close/>
              </a:path>
            </a:pathLst>
          </a:custGeom>
          <a:blipFill>
            <a:blip r:embed="rId2">
              <a:extLst>
                <a:ext uri="{96DAC541-7B7A-43D3-8B79-37D633B846F1}">
                  <asvg:svgBlip xmlns:asvg="http://schemas.microsoft.com/office/drawing/2016/SVG/main" r:embed="rId3"/>
                </a:ext>
              </a:extLst>
            </a:blip>
            <a:stretch>
              <a:fillRect l="0" t="-143" r="0" b="-142"/>
            </a:stretch>
          </a:blipFill>
        </p:spPr>
      </p:sp>
      <p:sp>
        <p:nvSpPr>
          <p:cNvPr name="Freeform 3" id="3"/>
          <p:cNvSpPr/>
          <p:nvPr/>
        </p:nvSpPr>
        <p:spPr>
          <a:xfrm flipH="false" flipV="false" rot="-3160680">
            <a:off x="14630400" y="7346566"/>
            <a:ext cx="7315200" cy="3584448"/>
          </a:xfrm>
          <a:custGeom>
            <a:avLst/>
            <a:gdLst/>
            <a:ahLst/>
            <a:cxnLst/>
            <a:rect r="r" b="b" t="t" l="l"/>
            <a:pathLst>
              <a:path h="3584448" w="7315200">
                <a:moveTo>
                  <a:pt x="0" y="0"/>
                </a:moveTo>
                <a:lnTo>
                  <a:pt x="7315200" y="0"/>
                </a:lnTo>
                <a:lnTo>
                  <a:pt x="7315200" y="3584448"/>
                </a:lnTo>
                <a:lnTo>
                  <a:pt x="0" y="3584448"/>
                </a:lnTo>
                <a:lnTo>
                  <a:pt x="0" y="0"/>
                </a:lnTo>
                <a:close/>
              </a:path>
            </a:pathLst>
          </a:custGeom>
          <a:blipFill>
            <a:blip r:embed="rId2">
              <a:extLst>
                <a:ext uri="{96DAC541-7B7A-43D3-8B79-37D633B846F1}">
                  <asvg:svgBlip xmlns:asvg="http://schemas.microsoft.com/office/drawing/2016/SVG/main" r:embed="rId3"/>
                </a:ext>
              </a:extLst>
            </a:blip>
            <a:stretch>
              <a:fillRect l="0" t="-223" r="0" b="-223"/>
            </a:stretch>
          </a:blipFill>
        </p:spPr>
      </p:sp>
      <p:sp>
        <p:nvSpPr>
          <p:cNvPr name="Freeform 4" id="4"/>
          <p:cNvSpPr/>
          <p:nvPr/>
        </p:nvSpPr>
        <p:spPr>
          <a:xfrm flipH="false" flipV="false" rot="0">
            <a:off x="-390573" y="1304306"/>
            <a:ext cx="6944897" cy="7671216"/>
          </a:xfrm>
          <a:custGeom>
            <a:avLst/>
            <a:gdLst/>
            <a:ahLst/>
            <a:cxnLst/>
            <a:rect r="r" b="b" t="t" l="l"/>
            <a:pathLst>
              <a:path h="7671216" w="6944897">
                <a:moveTo>
                  <a:pt x="0" y="0"/>
                </a:moveTo>
                <a:lnTo>
                  <a:pt x="6944897" y="0"/>
                </a:lnTo>
                <a:lnTo>
                  <a:pt x="6944897" y="7671216"/>
                </a:lnTo>
                <a:lnTo>
                  <a:pt x="0" y="76712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732600">
            <a:off x="621887" y="2143144"/>
            <a:ext cx="5099342" cy="4895364"/>
            <a:chOff x="0" y="0"/>
            <a:chExt cx="6799123" cy="6527152"/>
          </a:xfrm>
        </p:grpSpPr>
        <p:sp>
          <p:nvSpPr>
            <p:cNvPr name="Freeform 6" id="6"/>
            <p:cNvSpPr/>
            <p:nvPr/>
          </p:nvSpPr>
          <p:spPr>
            <a:xfrm flipH="false" flipV="false" rot="0">
              <a:off x="0" y="0"/>
              <a:ext cx="6799200" cy="6527165"/>
            </a:xfrm>
            <a:custGeom>
              <a:avLst/>
              <a:gdLst/>
              <a:ahLst/>
              <a:cxnLst/>
              <a:rect r="r" b="b" t="t" l="l"/>
              <a:pathLst>
                <a:path h="6527165" w="6799200">
                  <a:moveTo>
                    <a:pt x="6772656" y="0"/>
                  </a:moveTo>
                  <a:lnTo>
                    <a:pt x="26543" y="0"/>
                  </a:lnTo>
                  <a:cubicBezTo>
                    <a:pt x="12319" y="0"/>
                    <a:pt x="0" y="12319"/>
                    <a:pt x="0" y="26543"/>
                  </a:cubicBezTo>
                  <a:lnTo>
                    <a:pt x="0" y="6500622"/>
                  </a:lnTo>
                  <a:cubicBezTo>
                    <a:pt x="0" y="6516497"/>
                    <a:pt x="12319" y="6527165"/>
                    <a:pt x="26543" y="6527165"/>
                  </a:cubicBezTo>
                  <a:lnTo>
                    <a:pt x="6772656" y="6527165"/>
                  </a:lnTo>
                  <a:cubicBezTo>
                    <a:pt x="6786753" y="6527165"/>
                    <a:pt x="6799200" y="6514846"/>
                    <a:pt x="6799200" y="6500622"/>
                  </a:cubicBezTo>
                  <a:lnTo>
                    <a:pt x="6799200" y="28194"/>
                  </a:lnTo>
                  <a:cubicBezTo>
                    <a:pt x="6799200" y="12319"/>
                    <a:pt x="6788658" y="0"/>
                    <a:pt x="6772656" y="0"/>
                  </a:cubicBezTo>
                  <a:close/>
                </a:path>
              </a:pathLst>
            </a:custGeom>
            <a:blipFill>
              <a:blip r:embed="rId6"/>
              <a:stretch>
                <a:fillRect l="0" t="-42593" r="0" b="-42593"/>
              </a:stretch>
            </a:blipFill>
          </p:spPr>
        </p:sp>
      </p:grpSp>
      <p:grpSp>
        <p:nvGrpSpPr>
          <p:cNvPr name="Group 7" id="7"/>
          <p:cNvGrpSpPr/>
          <p:nvPr/>
        </p:nvGrpSpPr>
        <p:grpSpPr>
          <a:xfrm rot="0">
            <a:off x="8103584" y="857479"/>
            <a:ext cx="9155716" cy="8572043"/>
            <a:chOff x="0" y="0"/>
            <a:chExt cx="12207621" cy="11429390"/>
          </a:xfrm>
        </p:grpSpPr>
        <p:sp>
          <p:nvSpPr>
            <p:cNvPr name="Freeform 8" id="8"/>
            <p:cNvSpPr/>
            <p:nvPr/>
          </p:nvSpPr>
          <p:spPr>
            <a:xfrm flipH="false" flipV="false" rot="0">
              <a:off x="0" y="0"/>
              <a:ext cx="12207621" cy="11429365"/>
            </a:xfrm>
            <a:custGeom>
              <a:avLst/>
              <a:gdLst/>
              <a:ahLst/>
              <a:cxnLst/>
              <a:rect r="r" b="b" t="t" l="l"/>
              <a:pathLst>
                <a:path h="11429365" w="12207621">
                  <a:moveTo>
                    <a:pt x="0" y="0"/>
                  </a:moveTo>
                  <a:lnTo>
                    <a:pt x="12207621" y="0"/>
                  </a:lnTo>
                  <a:lnTo>
                    <a:pt x="12207621" y="11429365"/>
                  </a:lnTo>
                  <a:lnTo>
                    <a:pt x="0" y="11429365"/>
                  </a:lnTo>
                  <a:lnTo>
                    <a:pt x="0" y="0"/>
                  </a:lnTo>
                  <a:close/>
                </a:path>
              </a:pathLst>
            </a:custGeom>
            <a:blipFill>
              <a:blip r:embed="rId7"/>
              <a:stretch>
                <a:fillRect l="-2" t="0" r="-2" b="0"/>
              </a:stretch>
            </a:blipFill>
          </p:spPr>
        </p:sp>
      </p:grpSp>
      <p:sp>
        <p:nvSpPr>
          <p:cNvPr name="TextBox 9" id="9"/>
          <p:cNvSpPr txBox="true"/>
          <p:nvPr/>
        </p:nvSpPr>
        <p:spPr>
          <a:xfrm rot="0">
            <a:off x="7082609" y="2543975"/>
            <a:ext cx="10176691" cy="4039268"/>
          </a:xfrm>
          <a:prstGeom prst="rect">
            <a:avLst/>
          </a:prstGeom>
        </p:spPr>
        <p:txBody>
          <a:bodyPr anchor="t" rtlCol="false" tIns="0" lIns="0" bIns="0" rIns="0">
            <a:spAutoFit/>
          </a:bodyPr>
          <a:lstStyle/>
          <a:p>
            <a:pPr algn="ctr">
              <a:lnSpc>
                <a:spcPts val="16231"/>
              </a:lnSpc>
            </a:pPr>
            <a:r>
              <a:rPr lang="en-US" sz="11594">
                <a:solidFill>
                  <a:srgbClr val="FFFEFD"/>
                </a:solidFill>
                <a:latin typeface="Mansalva"/>
                <a:ea typeface="Mansalva"/>
                <a:cs typeface="Mansalva"/>
                <a:sym typeface="Mansalva"/>
              </a:rPr>
              <a:t>Enjoy ur 15th bday babe!!</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08C9B"/>
        </a:solidFill>
      </p:bgPr>
    </p:bg>
    <p:spTree>
      <p:nvGrpSpPr>
        <p:cNvPr id="1" name=""/>
        <p:cNvGrpSpPr/>
        <p:nvPr/>
      </p:nvGrpSpPr>
      <p:grpSpPr>
        <a:xfrm>
          <a:off x="0" y="0"/>
          <a:ext cx="0" cy="0"/>
          <a:chOff x="0" y="0"/>
          <a:chExt cx="0" cy="0"/>
        </a:xfrm>
      </p:grpSpPr>
      <p:grpSp>
        <p:nvGrpSpPr>
          <p:cNvPr name="Group 2" id="2"/>
          <p:cNvGrpSpPr/>
          <p:nvPr/>
        </p:nvGrpSpPr>
        <p:grpSpPr>
          <a:xfrm rot="0">
            <a:off x="5209784" y="1710357"/>
            <a:ext cx="7868422" cy="9435579"/>
            <a:chOff x="0" y="0"/>
            <a:chExt cx="10491229" cy="12580772"/>
          </a:xfrm>
        </p:grpSpPr>
        <p:sp>
          <p:nvSpPr>
            <p:cNvPr name="Freeform 3" id="3"/>
            <p:cNvSpPr/>
            <p:nvPr/>
          </p:nvSpPr>
          <p:spPr>
            <a:xfrm flipH="false" flipV="false" rot="0">
              <a:off x="0" y="0"/>
              <a:ext cx="10491216" cy="12580747"/>
            </a:xfrm>
            <a:custGeom>
              <a:avLst/>
              <a:gdLst/>
              <a:ahLst/>
              <a:cxnLst/>
              <a:rect r="r" b="b" t="t" l="l"/>
              <a:pathLst>
                <a:path h="12580747" w="10491216">
                  <a:moveTo>
                    <a:pt x="3498977" y="295148"/>
                  </a:moveTo>
                  <a:cubicBezTo>
                    <a:pt x="4035044" y="116967"/>
                    <a:pt x="4648327" y="0"/>
                    <a:pt x="5248402" y="0"/>
                  </a:cubicBezTo>
                  <a:cubicBezTo>
                    <a:pt x="5848477" y="0"/>
                    <a:pt x="6426073" y="100203"/>
                    <a:pt x="6958330" y="278511"/>
                  </a:cubicBezTo>
                  <a:cubicBezTo>
                    <a:pt x="6969633" y="284099"/>
                    <a:pt x="6980937" y="284099"/>
                    <a:pt x="6992366" y="289687"/>
                  </a:cubicBezTo>
                  <a:cubicBezTo>
                    <a:pt x="8990838" y="1002411"/>
                    <a:pt x="10462895" y="2884805"/>
                    <a:pt x="10491216" y="5084699"/>
                  </a:cubicBezTo>
                  <a:lnTo>
                    <a:pt x="10491216" y="12580747"/>
                  </a:lnTo>
                  <a:lnTo>
                    <a:pt x="0" y="12580747"/>
                  </a:lnTo>
                  <a:lnTo>
                    <a:pt x="0" y="5090160"/>
                  </a:lnTo>
                  <a:cubicBezTo>
                    <a:pt x="28321" y="2873756"/>
                    <a:pt x="1477772" y="991362"/>
                    <a:pt x="3498977" y="295148"/>
                  </a:cubicBezTo>
                  <a:close/>
                </a:path>
              </a:pathLst>
            </a:custGeom>
            <a:blipFill>
              <a:blip r:embed="rId2"/>
              <a:stretch>
                <a:fillRect l="0" t="-24125" r="0" b="-24125"/>
              </a:stretch>
            </a:blipFill>
            <a:ln w="104775" cap="sq">
              <a:solidFill>
                <a:srgbClr val="FFFBF5"/>
              </a:solidFill>
              <a:prstDash val="solid"/>
              <a:miter/>
            </a:ln>
          </p:spPr>
        </p:sp>
      </p:grpSp>
      <p:sp>
        <p:nvSpPr>
          <p:cNvPr name="Freeform 4" id="4"/>
          <p:cNvSpPr/>
          <p:nvPr/>
        </p:nvSpPr>
        <p:spPr>
          <a:xfrm flipH="false" flipV="false" rot="0">
            <a:off x="1621955" y="1417968"/>
            <a:ext cx="2283714" cy="4114800"/>
          </a:xfrm>
          <a:custGeom>
            <a:avLst/>
            <a:gdLst/>
            <a:ahLst/>
            <a:cxnLst/>
            <a:rect r="r" b="b" t="t" l="l"/>
            <a:pathLst>
              <a:path h="4114800" w="2283714">
                <a:moveTo>
                  <a:pt x="0" y="0"/>
                </a:moveTo>
                <a:lnTo>
                  <a:pt x="2283714" y="0"/>
                </a:lnTo>
                <a:lnTo>
                  <a:pt x="228371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258" t="0" r="-258" b="0"/>
            </a:stretch>
          </a:blipFill>
        </p:spPr>
      </p:sp>
      <p:sp>
        <p:nvSpPr>
          <p:cNvPr name="Freeform 5" id="5"/>
          <p:cNvSpPr/>
          <p:nvPr/>
        </p:nvSpPr>
        <p:spPr>
          <a:xfrm flipH="false" flipV="false" rot="0">
            <a:off x="14746624" y="4811039"/>
            <a:ext cx="2283714" cy="4114800"/>
          </a:xfrm>
          <a:custGeom>
            <a:avLst/>
            <a:gdLst/>
            <a:ahLst/>
            <a:cxnLst/>
            <a:rect r="r" b="b" t="t" l="l"/>
            <a:pathLst>
              <a:path h="4114800" w="2283714">
                <a:moveTo>
                  <a:pt x="0" y="0"/>
                </a:moveTo>
                <a:lnTo>
                  <a:pt x="2283714" y="0"/>
                </a:lnTo>
                <a:lnTo>
                  <a:pt x="228371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258" t="0" r="-258" b="0"/>
            </a:stretch>
          </a:blipFill>
        </p:spPr>
      </p:sp>
      <p:sp>
        <p:nvSpPr>
          <p:cNvPr name="Freeform 6" id="6"/>
          <p:cNvSpPr/>
          <p:nvPr/>
        </p:nvSpPr>
        <p:spPr>
          <a:xfrm flipH="false" flipV="false" rot="3342600">
            <a:off x="-2346265" y="7772143"/>
            <a:ext cx="7315200" cy="3584448"/>
          </a:xfrm>
          <a:custGeom>
            <a:avLst/>
            <a:gdLst/>
            <a:ahLst/>
            <a:cxnLst/>
            <a:rect r="r" b="b" t="t" l="l"/>
            <a:pathLst>
              <a:path h="3584448" w="7315200">
                <a:moveTo>
                  <a:pt x="0" y="0"/>
                </a:moveTo>
                <a:lnTo>
                  <a:pt x="7315200" y="0"/>
                </a:lnTo>
                <a:lnTo>
                  <a:pt x="7315200" y="3584448"/>
                </a:lnTo>
                <a:lnTo>
                  <a:pt x="0" y="3584448"/>
                </a:lnTo>
                <a:lnTo>
                  <a:pt x="0" y="0"/>
                </a:lnTo>
                <a:close/>
              </a:path>
            </a:pathLst>
          </a:custGeom>
          <a:blipFill>
            <a:blip r:embed="rId5">
              <a:extLst>
                <a:ext uri="{96DAC541-7B7A-43D3-8B79-37D633B846F1}">
                  <asvg:svgBlip xmlns:asvg="http://schemas.microsoft.com/office/drawing/2016/SVG/main" r:embed="rId6"/>
                </a:ext>
              </a:extLst>
            </a:blip>
            <a:stretch>
              <a:fillRect l="0" t="-223" r="0" b="-223"/>
            </a:stretch>
          </a:blipFill>
        </p:spPr>
      </p:sp>
      <p:sp>
        <p:nvSpPr>
          <p:cNvPr name="Freeform 7" id="7"/>
          <p:cNvSpPr/>
          <p:nvPr/>
        </p:nvSpPr>
        <p:spPr>
          <a:xfrm flipH="false" flipV="false" rot="3342600">
            <a:off x="14630400" y="-680323"/>
            <a:ext cx="7315200" cy="3584448"/>
          </a:xfrm>
          <a:custGeom>
            <a:avLst/>
            <a:gdLst/>
            <a:ahLst/>
            <a:cxnLst/>
            <a:rect r="r" b="b" t="t" l="l"/>
            <a:pathLst>
              <a:path h="3584448" w="7315200">
                <a:moveTo>
                  <a:pt x="0" y="0"/>
                </a:moveTo>
                <a:lnTo>
                  <a:pt x="7315200" y="0"/>
                </a:lnTo>
                <a:lnTo>
                  <a:pt x="7315200" y="3584448"/>
                </a:lnTo>
                <a:lnTo>
                  <a:pt x="0" y="3584448"/>
                </a:lnTo>
                <a:lnTo>
                  <a:pt x="0" y="0"/>
                </a:lnTo>
                <a:close/>
              </a:path>
            </a:pathLst>
          </a:custGeom>
          <a:blipFill>
            <a:blip r:embed="rId5">
              <a:extLst>
                <a:ext uri="{96DAC541-7B7A-43D3-8B79-37D633B846F1}">
                  <asvg:svgBlip xmlns:asvg="http://schemas.microsoft.com/office/drawing/2016/SVG/main" r:embed="rId6"/>
                </a:ext>
              </a:extLst>
            </a:blip>
            <a:stretch>
              <a:fillRect l="0" t="-223" r="0" b="-223"/>
            </a:stretch>
          </a:blipFill>
        </p:spPr>
      </p:sp>
      <p:sp>
        <p:nvSpPr>
          <p:cNvPr name="TextBox 8" id="8"/>
          <p:cNvSpPr txBox="true"/>
          <p:nvPr/>
        </p:nvSpPr>
        <p:spPr>
          <a:xfrm rot="212700">
            <a:off x="3226811" y="-138454"/>
            <a:ext cx="11848503" cy="2106145"/>
          </a:xfrm>
          <a:prstGeom prst="rect">
            <a:avLst/>
          </a:prstGeom>
        </p:spPr>
        <p:txBody>
          <a:bodyPr anchor="t" rtlCol="false" tIns="0" lIns="0" bIns="0" rIns="0">
            <a:spAutoFit/>
          </a:bodyPr>
          <a:lstStyle/>
          <a:p>
            <a:pPr algn="ctr">
              <a:lnSpc>
                <a:spcPts val="17266"/>
              </a:lnSpc>
            </a:pPr>
            <a:r>
              <a:rPr lang="en-US" sz="12333">
                <a:solidFill>
                  <a:srgbClr val="FFFBF5"/>
                </a:solidFill>
                <a:latin typeface="Mansalva"/>
                <a:ea typeface="Mansalva"/>
                <a:cs typeface="Mansalva"/>
                <a:sym typeface="Mansalva"/>
              </a:rPr>
              <a:t>Happy Birthday</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DAHW9HosrGI</dc:identifier>
  <dcterms:modified xsi:type="dcterms:W3CDTF">2011-08-01T06:04:30Z</dcterms:modified>
  <cp:revision>1</cp:revision>
  <dc:title>PPT BIRTHDAY2_bynea.pptx</dc:title>
</cp:coreProperties>
</file>